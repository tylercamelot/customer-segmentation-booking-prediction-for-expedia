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4"/>
  </p:notesMasterIdLst>
  <p:sldIdLst>
    <p:sldId id="301" r:id="rId2"/>
    <p:sldId id="268" r:id="rId3"/>
    <p:sldId id="269" r:id="rId4"/>
    <p:sldId id="314" r:id="rId5"/>
    <p:sldId id="324" r:id="rId6"/>
    <p:sldId id="330" r:id="rId7"/>
    <p:sldId id="335" r:id="rId8"/>
    <p:sldId id="336" r:id="rId9"/>
    <p:sldId id="337" r:id="rId10"/>
    <p:sldId id="328" r:id="rId11"/>
    <p:sldId id="339" r:id="rId12"/>
    <p:sldId id="34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9325CB-C458-1535-9EB0-23A3500768ED}" v="157" dt="2025-11-23T18:50:31.5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yler M. Camelot" userId="S::tcamelot@ad.uci.edu::cefacccd-81f7-47a5-bf72-80f674a49b06" providerId="AD" clId="Web-{9D19B3D8-BB5E-1C94-F5A9-E8D0F8B95C61}"/>
    <pc:docChg chg="modSld">
      <pc:chgData name="Tyler M. Camelot" userId="S::tcamelot@ad.uci.edu::cefacccd-81f7-47a5-bf72-80f674a49b06" providerId="AD" clId="Web-{9D19B3D8-BB5E-1C94-F5A9-E8D0F8B95C61}" dt="2025-11-07T17:32:00.577" v="300" actId="1076"/>
      <pc:docMkLst>
        <pc:docMk/>
      </pc:docMkLst>
    </pc:docChg>
  </pc:docChgLst>
  <pc:docChgLst>
    <pc:chgData name="Yu-Fang Huang" userId="S::yvonnh7@ad.uci.edu::dbe3de0e-b88a-487d-a128-f16c765c680e" providerId="AD" clId="Web-{75FC21C0-CA34-C93C-02BC-732DE630EB98}"/>
    <pc:docChg chg="modSld">
      <pc:chgData name="Yu-Fang Huang" userId="S::yvonnh7@ad.uci.edu::dbe3de0e-b88a-487d-a128-f16c765c680e" providerId="AD" clId="Web-{75FC21C0-CA34-C93C-02BC-732DE630EB98}" dt="2025-11-12T23:51:12.490" v="54" actId="1076"/>
      <pc:docMkLst>
        <pc:docMk/>
      </pc:docMkLst>
      <pc:sldChg chg="modSp">
        <pc:chgData name="Yu-Fang Huang" userId="S::yvonnh7@ad.uci.edu::dbe3de0e-b88a-487d-a128-f16c765c680e" providerId="AD" clId="Web-{75FC21C0-CA34-C93C-02BC-732DE630EB98}" dt="2025-11-12T23:46:40.439" v="9" actId="20577"/>
        <pc:sldMkLst>
          <pc:docMk/>
          <pc:sldMk cId="3821980727" sldId="330"/>
        </pc:sldMkLst>
        <pc:spChg chg="mod">
          <ac:chgData name="Yu-Fang Huang" userId="S::yvonnh7@ad.uci.edu::dbe3de0e-b88a-487d-a128-f16c765c680e" providerId="AD" clId="Web-{75FC21C0-CA34-C93C-02BC-732DE630EB98}" dt="2025-11-12T23:46:40.439" v="9" actId="20577"/>
          <ac:spMkLst>
            <pc:docMk/>
            <pc:sldMk cId="3821980727" sldId="330"/>
            <ac:spMk id="5" creationId="{3C91F5B9-476A-3334-5F55-D19DDB05DD2C}"/>
          </ac:spMkLst>
        </pc:spChg>
      </pc:sldChg>
    </pc:docChg>
  </pc:docChgLst>
  <pc:docChgLst>
    <pc:chgData name="Tyler M. Camelot" userId="S::tcamelot@ad.uci.edu::cefacccd-81f7-47a5-bf72-80f674a49b06" providerId="AD" clId="Web-{F39325CB-C458-1535-9EB0-23A3500768ED}"/>
    <pc:docChg chg="modSld">
      <pc:chgData name="Tyler M. Camelot" userId="S::tcamelot@ad.uci.edu::cefacccd-81f7-47a5-bf72-80f674a49b06" providerId="AD" clId="Web-{F39325CB-C458-1535-9EB0-23A3500768ED}" dt="2025-11-23T18:50:31.559" v="143"/>
      <pc:docMkLst>
        <pc:docMk/>
      </pc:docMkLst>
      <pc:sldChg chg="modSp">
        <pc:chgData name="Tyler M. Camelot" userId="S::tcamelot@ad.uci.edu::cefacccd-81f7-47a5-bf72-80f674a49b06" providerId="AD" clId="Web-{F39325CB-C458-1535-9EB0-23A3500768ED}" dt="2025-11-23T18:50:31.559" v="143"/>
        <pc:sldMkLst>
          <pc:docMk/>
          <pc:sldMk cId="0" sldId="268"/>
        </pc:sldMkLst>
        <pc:graphicFrameChg chg="mod modGraphic">
          <ac:chgData name="Tyler M. Camelot" userId="S::tcamelot@ad.uci.edu::cefacccd-81f7-47a5-bf72-80f674a49b06" providerId="AD" clId="Web-{F39325CB-C458-1535-9EB0-23A3500768ED}" dt="2025-11-23T18:50:31.559" v="143"/>
          <ac:graphicFrameMkLst>
            <pc:docMk/>
            <pc:sldMk cId="0" sldId="268"/>
            <ac:graphicFrameMk id="8" creationId="{10457CBF-4472-F3BF-39E6-DA299895D447}"/>
          </ac:graphicFrameMkLst>
        </pc:graphicFrameChg>
      </pc:sldChg>
    </pc:docChg>
  </pc:docChgLst>
  <pc:docChgLst>
    <pc:chgData name="Lasya Reddy Kotha" userId="6f6c4e92-313a-4005-b144-002312ffd117" providerId="ADAL" clId="{B3B8E5A1-E4C7-44CC-B539-B7C4CC82478E}"/>
    <pc:docChg chg="undo redo custSel addSld delSld modSld sldOrd delMainMaster">
      <pc:chgData name="Lasya Reddy Kotha" userId="6f6c4e92-313a-4005-b144-002312ffd117" providerId="ADAL" clId="{B3B8E5A1-E4C7-44CC-B539-B7C4CC82478E}" dt="2025-11-23T18:33:45.890" v="4058" actId="20577"/>
      <pc:docMkLst>
        <pc:docMk/>
      </pc:docMkLst>
      <pc:sldChg chg="modSp mod modNotesTx">
        <pc:chgData name="Lasya Reddy Kotha" userId="6f6c4e92-313a-4005-b144-002312ffd117" providerId="ADAL" clId="{B3B8E5A1-E4C7-44CC-B539-B7C4CC82478E}" dt="2025-11-19T17:24:07.285" v="3770" actId="20577"/>
        <pc:sldMkLst>
          <pc:docMk/>
          <pc:sldMk cId="0" sldId="268"/>
        </pc:sldMkLst>
        <pc:spChg chg="mod">
          <ac:chgData name="Lasya Reddy Kotha" userId="6f6c4e92-313a-4005-b144-002312ffd117" providerId="ADAL" clId="{B3B8E5A1-E4C7-44CC-B539-B7C4CC82478E}" dt="2025-11-13T00:00:40.018" v="2801" actId="255"/>
          <ac:spMkLst>
            <pc:docMk/>
            <pc:sldMk cId="0" sldId="268"/>
            <ac:spMk id="1480" creationId="{00000000-0000-0000-0000-000000000000}"/>
          </ac:spMkLst>
        </pc:spChg>
      </pc:sldChg>
      <pc:sldChg chg="addSp modSp mod modNotesTx">
        <pc:chgData name="Lasya Reddy Kotha" userId="6f6c4e92-313a-4005-b144-002312ffd117" providerId="ADAL" clId="{B3B8E5A1-E4C7-44CC-B539-B7C4CC82478E}" dt="2025-11-19T17:24:14.431" v="3775" actId="20577"/>
        <pc:sldMkLst>
          <pc:docMk/>
          <pc:sldMk cId="0" sldId="269"/>
        </pc:sldMkLst>
        <pc:spChg chg="mod ord">
          <ac:chgData name="Lasya Reddy Kotha" userId="6f6c4e92-313a-4005-b144-002312ffd117" providerId="ADAL" clId="{B3B8E5A1-E4C7-44CC-B539-B7C4CC82478E}" dt="2025-11-13T00:00:34.929" v="2800" actId="255"/>
          <ac:spMkLst>
            <pc:docMk/>
            <pc:sldMk cId="0" sldId="269"/>
            <ac:spMk id="4" creationId="{787B430D-3FB4-003D-550D-6A2F0048E9AC}"/>
          </ac:spMkLst>
        </pc:spChg>
        <pc:graphicFrameChg chg="mod modGraphic">
          <ac:chgData name="Lasya Reddy Kotha" userId="6f6c4e92-313a-4005-b144-002312ffd117" providerId="ADAL" clId="{B3B8E5A1-E4C7-44CC-B539-B7C4CC82478E}" dt="2025-11-11T05:05:21.316" v="1056" actId="15"/>
          <ac:graphicFrameMkLst>
            <pc:docMk/>
            <pc:sldMk cId="0" sldId="269"/>
            <ac:graphicFrameMk id="8" creationId="{3A8BBDBB-BFF7-A573-0FD6-12F8C2724DCC}"/>
          </ac:graphicFrameMkLst>
        </pc:graphicFrameChg>
        <pc:picChg chg="mod">
          <ac:chgData name="Lasya Reddy Kotha" userId="6f6c4e92-313a-4005-b144-002312ffd117" providerId="ADAL" clId="{B3B8E5A1-E4C7-44CC-B539-B7C4CC82478E}" dt="2025-11-11T05:04:50.838" v="1051" actId="14100"/>
          <ac:picMkLst>
            <pc:docMk/>
            <pc:sldMk cId="0" sldId="269"/>
            <ac:picMk id="17" creationId="{5B315D8B-A292-F716-ED31-101CA7CA6BC9}"/>
          </ac:picMkLst>
        </pc:picChg>
      </pc:sldChg>
      <pc:sldChg chg="modSp mod modNotesTx">
        <pc:chgData name="Lasya Reddy Kotha" userId="6f6c4e92-313a-4005-b144-002312ffd117" providerId="ADAL" clId="{B3B8E5A1-E4C7-44CC-B539-B7C4CC82478E}" dt="2025-11-19T17:24:03.312" v="3765" actId="20577"/>
        <pc:sldMkLst>
          <pc:docMk/>
          <pc:sldMk cId="3542388736" sldId="301"/>
        </pc:sldMkLst>
        <pc:spChg chg="mod">
          <ac:chgData name="Lasya Reddy Kotha" userId="6f6c4e92-313a-4005-b144-002312ffd117" providerId="ADAL" clId="{B3B8E5A1-E4C7-44CC-B539-B7C4CC82478E}" dt="2025-11-10T03:00:59.593" v="467" actId="255"/>
          <ac:spMkLst>
            <pc:docMk/>
            <pc:sldMk cId="3542388736" sldId="301"/>
            <ac:spMk id="2" creationId="{02C6BBAE-DF9A-EE16-A762-40DB12C62A5E}"/>
          </ac:spMkLst>
        </pc:spChg>
        <pc:spChg chg="mod">
          <ac:chgData name="Lasya Reddy Kotha" userId="6f6c4e92-313a-4005-b144-002312ffd117" providerId="ADAL" clId="{B3B8E5A1-E4C7-44CC-B539-B7C4CC82478E}" dt="2025-11-10T03:01:14.497" v="469" actId="14100"/>
          <ac:spMkLst>
            <pc:docMk/>
            <pc:sldMk cId="3542388736" sldId="301"/>
            <ac:spMk id="4" creationId="{9084EF82-8781-0527-0F07-17716EC7B88F}"/>
          </ac:spMkLst>
        </pc:spChg>
      </pc:sldChg>
      <pc:sldChg chg="addSp delSp modSp new mod modNotesTx">
        <pc:chgData name="Lasya Reddy Kotha" userId="6f6c4e92-313a-4005-b144-002312ffd117" providerId="ADAL" clId="{B3B8E5A1-E4C7-44CC-B539-B7C4CC82478E}" dt="2025-11-19T17:24:20.954" v="3782" actId="20577"/>
        <pc:sldMkLst>
          <pc:docMk/>
          <pc:sldMk cId="1383246504" sldId="314"/>
        </pc:sldMkLst>
        <pc:spChg chg="add mod">
          <ac:chgData name="Lasya Reddy Kotha" userId="6f6c4e92-313a-4005-b144-002312ffd117" providerId="ADAL" clId="{B3B8E5A1-E4C7-44CC-B539-B7C4CC82478E}" dt="2025-11-13T00:00:24.436" v="2798" actId="255"/>
          <ac:spMkLst>
            <pc:docMk/>
            <pc:sldMk cId="1383246504" sldId="314"/>
            <ac:spMk id="2" creationId="{0D776D87-3718-EB67-385F-E80F84DA8650}"/>
          </ac:spMkLst>
        </pc:spChg>
        <pc:spChg chg="add mod">
          <ac:chgData name="Lasya Reddy Kotha" userId="6f6c4e92-313a-4005-b144-002312ffd117" providerId="ADAL" clId="{B3B8E5A1-E4C7-44CC-B539-B7C4CC82478E}" dt="2025-11-11T17:58:59.345" v="1556" actId="1076"/>
          <ac:spMkLst>
            <pc:docMk/>
            <pc:sldMk cId="1383246504" sldId="314"/>
            <ac:spMk id="3" creationId="{6C999954-B009-E07C-156B-534826E7C109}"/>
          </ac:spMkLst>
        </pc:spChg>
        <pc:spChg chg="add mod">
          <ac:chgData name="Lasya Reddy Kotha" userId="6f6c4e92-313a-4005-b144-002312ffd117" providerId="ADAL" clId="{B3B8E5A1-E4C7-44CC-B539-B7C4CC82478E}" dt="2025-11-13T17:58:44.538" v="2905" actId="20577"/>
          <ac:spMkLst>
            <pc:docMk/>
            <pc:sldMk cId="1383246504" sldId="314"/>
            <ac:spMk id="7" creationId="{05FF8347-5B03-7844-FE06-65A5EE24855C}"/>
          </ac:spMkLst>
        </pc:spChg>
        <pc:picChg chg="add mod">
          <ac:chgData name="Lasya Reddy Kotha" userId="6f6c4e92-313a-4005-b144-002312ffd117" providerId="ADAL" clId="{B3B8E5A1-E4C7-44CC-B539-B7C4CC82478E}" dt="2025-11-11T17:58:04.303" v="1548" actId="14100"/>
          <ac:picMkLst>
            <pc:docMk/>
            <pc:sldMk cId="1383246504" sldId="314"/>
            <ac:picMk id="4" creationId="{507B42C7-59AC-ADA8-20DF-EBE95F5F5EB9}"/>
          </ac:picMkLst>
        </pc:picChg>
        <pc:picChg chg="add mod">
          <ac:chgData name="Lasya Reddy Kotha" userId="6f6c4e92-313a-4005-b144-002312ffd117" providerId="ADAL" clId="{B3B8E5A1-E4C7-44CC-B539-B7C4CC82478E}" dt="2025-11-13T03:38:57.035" v="2899" actId="1076"/>
          <ac:picMkLst>
            <pc:docMk/>
            <pc:sldMk cId="1383246504" sldId="314"/>
            <ac:picMk id="6" creationId="{C06358E4-BCFE-2D44-AE59-78EA896216EB}"/>
          </ac:picMkLst>
        </pc:picChg>
      </pc:sldChg>
      <pc:sldChg chg="modSp mod modNotesTx">
        <pc:chgData name="Lasya Reddy Kotha" userId="6f6c4e92-313a-4005-b144-002312ffd117" providerId="ADAL" clId="{B3B8E5A1-E4C7-44CC-B539-B7C4CC82478E}" dt="2025-11-19T17:24:25.437" v="3788" actId="20577"/>
        <pc:sldMkLst>
          <pc:docMk/>
          <pc:sldMk cId="2802388477" sldId="324"/>
        </pc:sldMkLst>
        <pc:spChg chg="mod">
          <ac:chgData name="Lasya Reddy Kotha" userId="6f6c4e92-313a-4005-b144-002312ffd117" providerId="ADAL" clId="{B3B8E5A1-E4C7-44CC-B539-B7C4CC82478E}" dt="2025-11-13T00:00:29.604" v="2799" actId="255"/>
          <ac:spMkLst>
            <pc:docMk/>
            <pc:sldMk cId="2802388477" sldId="324"/>
            <ac:spMk id="2" creationId="{05AAA021-149E-9987-658B-4A3F61CE233B}"/>
          </ac:spMkLst>
        </pc:spChg>
        <pc:spChg chg="mod">
          <ac:chgData name="Lasya Reddy Kotha" userId="6f6c4e92-313a-4005-b144-002312ffd117" providerId="ADAL" clId="{B3B8E5A1-E4C7-44CC-B539-B7C4CC82478E}" dt="2025-11-13T18:13:18.376" v="2909" actId="20577"/>
          <ac:spMkLst>
            <pc:docMk/>
            <pc:sldMk cId="2802388477" sldId="324"/>
            <ac:spMk id="3" creationId="{C6A03A28-B013-FF83-BC80-77980952338E}"/>
          </ac:spMkLst>
        </pc:spChg>
        <pc:picChg chg="mod">
          <ac:chgData name="Lasya Reddy Kotha" userId="6f6c4e92-313a-4005-b144-002312ffd117" providerId="ADAL" clId="{B3B8E5A1-E4C7-44CC-B539-B7C4CC82478E}" dt="2025-11-13T18:16:43.042" v="2912" actId="1076"/>
          <ac:picMkLst>
            <pc:docMk/>
            <pc:sldMk cId="2802388477" sldId="324"/>
            <ac:picMk id="6" creationId="{4340523C-DC27-63E6-A879-98E218C6F713}"/>
          </ac:picMkLst>
        </pc:picChg>
      </pc:sldChg>
      <pc:sldChg chg="addSp delSp modSp add mod modNotesTx">
        <pc:chgData name="Lasya Reddy Kotha" userId="6f6c4e92-313a-4005-b144-002312ffd117" providerId="ADAL" clId="{B3B8E5A1-E4C7-44CC-B539-B7C4CC82478E}" dt="2025-11-19T17:24:59.511" v="3831" actId="20577"/>
        <pc:sldMkLst>
          <pc:docMk/>
          <pc:sldMk cId="2918085833" sldId="328"/>
        </pc:sldMkLst>
        <pc:spChg chg="mod">
          <ac:chgData name="Lasya Reddy Kotha" userId="6f6c4e92-313a-4005-b144-002312ffd117" providerId="ADAL" clId="{B3B8E5A1-E4C7-44CC-B539-B7C4CC82478E}" dt="2025-11-11T19:20:26.816" v="2323" actId="20577"/>
          <ac:spMkLst>
            <pc:docMk/>
            <pc:sldMk cId="2918085833" sldId="328"/>
            <ac:spMk id="3" creationId="{D33A4704-BAA6-CC3F-F2B1-6D791908A4E8}"/>
          </ac:spMkLst>
        </pc:spChg>
        <pc:graphicFrameChg chg="add mod modGraphic">
          <ac:chgData name="Lasya Reddy Kotha" userId="6f6c4e92-313a-4005-b144-002312ffd117" providerId="ADAL" clId="{B3B8E5A1-E4C7-44CC-B539-B7C4CC82478E}" dt="2025-11-11T20:05:29.480" v="2504" actId="1076"/>
          <ac:graphicFrameMkLst>
            <pc:docMk/>
            <pc:sldMk cId="2918085833" sldId="328"/>
            <ac:graphicFrameMk id="7" creationId="{0B1B6F5C-34A4-55B2-CCC6-2CF908468A9A}"/>
          </ac:graphicFrameMkLst>
        </pc:graphicFrameChg>
      </pc:sldChg>
      <pc:sldChg chg="addSp delSp modSp add mod ord modNotesTx">
        <pc:chgData name="Lasya Reddy Kotha" userId="6f6c4e92-313a-4005-b144-002312ffd117" providerId="ADAL" clId="{B3B8E5A1-E4C7-44CC-B539-B7C4CC82478E}" dt="2025-11-19T17:24:33.779" v="3797" actId="20577"/>
        <pc:sldMkLst>
          <pc:docMk/>
          <pc:sldMk cId="3821980727" sldId="330"/>
        </pc:sldMkLst>
        <pc:spChg chg="mod">
          <ac:chgData name="Lasya Reddy Kotha" userId="6f6c4e92-313a-4005-b144-002312ffd117" providerId="ADAL" clId="{B3B8E5A1-E4C7-44CC-B539-B7C4CC82478E}" dt="2025-11-12T05:35:23.567" v="2509" actId="20577"/>
          <ac:spMkLst>
            <pc:docMk/>
            <pc:sldMk cId="3821980727" sldId="330"/>
            <ac:spMk id="3" creationId="{EA67B104-2F07-3302-9EA7-2970E9DA2459}"/>
          </ac:spMkLst>
        </pc:spChg>
        <pc:spChg chg="mod">
          <ac:chgData name="Lasya Reddy Kotha" userId="6f6c4e92-313a-4005-b144-002312ffd117" providerId="ADAL" clId="{B3B8E5A1-E4C7-44CC-B539-B7C4CC82478E}" dt="2025-11-19T07:55:21.335" v="3197" actId="208"/>
          <ac:spMkLst>
            <pc:docMk/>
            <pc:sldMk cId="3821980727" sldId="330"/>
            <ac:spMk id="5" creationId="{3C91F5B9-476A-3334-5F55-D19DDB05DD2C}"/>
          </ac:spMkLst>
        </pc:spChg>
        <pc:spChg chg="add mod">
          <ac:chgData name="Lasya Reddy Kotha" userId="6f6c4e92-313a-4005-b144-002312ffd117" providerId="ADAL" clId="{B3B8E5A1-E4C7-44CC-B539-B7C4CC82478E}" dt="2025-11-19T07:55:16.995" v="3196" actId="208"/>
          <ac:spMkLst>
            <pc:docMk/>
            <pc:sldMk cId="3821980727" sldId="330"/>
            <ac:spMk id="12" creationId="{9296CFC8-8E8F-7E68-B486-FBCC30CA5D14}"/>
          </ac:spMkLst>
        </pc:spChg>
        <pc:picChg chg="mod">
          <ac:chgData name="Lasya Reddy Kotha" userId="6f6c4e92-313a-4005-b144-002312ffd117" providerId="ADAL" clId="{B3B8E5A1-E4C7-44CC-B539-B7C4CC82478E}" dt="2025-11-19T07:55:30.007" v="3199" actId="14100"/>
          <ac:picMkLst>
            <pc:docMk/>
            <pc:sldMk cId="3821980727" sldId="330"/>
            <ac:picMk id="2" creationId="{4EC96F7A-BC35-9586-771A-B5F424A4DB4A}"/>
          </ac:picMkLst>
        </pc:picChg>
      </pc:sldChg>
      <pc:sldChg chg="addSp delSp modSp add mod modNotesTx">
        <pc:chgData name="Lasya Reddy Kotha" userId="6f6c4e92-313a-4005-b144-002312ffd117" providerId="ADAL" clId="{B3B8E5A1-E4C7-44CC-B539-B7C4CC82478E}" dt="2025-11-19T17:24:41.586" v="3807" actId="5793"/>
        <pc:sldMkLst>
          <pc:docMk/>
          <pc:sldMk cId="843629150" sldId="335"/>
        </pc:sldMkLst>
        <pc:spChg chg="mod">
          <ac:chgData name="Lasya Reddy Kotha" userId="6f6c4e92-313a-4005-b144-002312ffd117" providerId="ADAL" clId="{B3B8E5A1-E4C7-44CC-B539-B7C4CC82478E}" dt="2025-11-19T07:56:01.765" v="3202" actId="20577"/>
          <ac:spMkLst>
            <pc:docMk/>
            <pc:sldMk cId="843629150" sldId="335"/>
            <ac:spMk id="3" creationId="{20CFE564-0930-EEE9-506A-0F109A0D6B38}"/>
          </ac:spMkLst>
        </pc:spChg>
        <pc:spChg chg="mod">
          <ac:chgData name="Lasya Reddy Kotha" userId="6f6c4e92-313a-4005-b144-002312ffd117" providerId="ADAL" clId="{B3B8E5A1-E4C7-44CC-B539-B7C4CC82478E}" dt="2025-11-19T07:58:18.832" v="3299" actId="5793"/>
          <ac:spMkLst>
            <pc:docMk/>
            <pc:sldMk cId="843629150" sldId="335"/>
            <ac:spMk id="5" creationId="{4CFFCE26-4A9E-C597-92D0-60F3ED2BCE22}"/>
          </ac:spMkLst>
        </pc:spChg>
        <pc:spChg chg="mod">
          <ac:chgData name="Lasya Reddy Kotha" userId="6f6c4e92-313a-4005-b144-002312ffd117" providerId="ADAL" clId="{B3B8E5A1-E4C7-44CC-B539-B7C4CC82478E}" dt="2025-11-19T07:57:26.606" v="3287" actId="20577"/>
          <ac:spMkLst>
            <pc:docMk/>
            <pc:sldMk cId="843629150" sldId="335"/>
            <ac:spMk id="12" creationId="{FCD031D9-BB5E-D4E8-E12C-170047A442DA}"/>
          </ac:spMkLst>
        </pc:spChg>
        <pc:picChg chg="add mod">
          <ac:chgData name="Lasya Reddy Kotha" userId="6f6c4e92-313a-4005-b144-002312ffd117" providerId="ADAL" clId="{B3B8E5A1-E4C7-44CC-B539-B7C4CC82478E}" dt="2025-11-19T07:58:02.872" v="3294" actId="1076"/>
          <ac:picMkLst>
            <pc:docMk/>
            <pc:sldMk cId="843629150" sldId="335"/>
            <ac:picMk id="4" creationId="{B8A70295-F648-B12D-C424-34C877E5362D}"/>
          </ac:picMkLst>
        </pc:picChg>
      </pc:sldChg>
      <pc:sldChg chg="addSp delSp modSp add mod modNotesTx">
        <pc:chgData name="Lasya Reddy Kotha" userId="6f6c4e92-313a-4005-b144-002312ffd117" providerId="ADAL" clId="{B3B8E5A1-E4C7-44CC-B539-B7C4CC82478E}" dt="2025-11-23T18:33:45.890" v="4058" actId="20577"/>
        <pc:sldMkLst>
          <pc:docMk/>
          <pc:sldMk cId="579357684" sldId="336"/>
        </pc:sldMkLst>
        <pc:spChg chg="mod">
          <ac:chgData name="Lasya Reddy Kotha" userId="6f6c4e92-313a-4005-b144-002312ffd117" providerId="ADAL" clId="{B3B8E5A1-E4C7-44CC-B539-B7C4CC82478E}" dt="2025-11-19T07:59:15.556" v="3303" actId="20577"/>
          <ac:spMkLst>
            <pc:docMk/>
            <pc:sldMk cId="579357684" sldId="336"/>
            <ac:spMk id="3" creationId="{F83402AC-0C6E-B4D3-5CA9-8C5A107DB91A}"/>
          </ac:spMkLst>
        </pc:spChg>
        <pc:spChg chg="mod">
          <ac:chgData name="Lasya Reddy Kotha" userId="6f6c4e92-313a-4005-b144-002312ffd117" providerId="ADAL" clId="{B3B8E5A1-E4C7-44CC-B539-B7C4CC82478E}" dt="2025-11-19T07:59:58.610" v="3310" actId="14100"/>
          <ac:spMkLst>
            <pc:docMk/>
            <pc:sldMk cId="579357684" sldId="336"/>
            <ac:spMk id="5" creationId="{809CDA68-F663-0B4D-8D90-B6A79A4A2126}"/>
          </ac:spMkLst>
        </pc:spChg>
        <pc:spChg chg="mod">
          <ac:chgData name="Lasya Reddy Kotha" userId="6f6c4e92-313a-4005-b144-002312ffd117" providerId="ADAL" clId="{B3B8E5A1-E4C7-44CC-B539-B7C4CC82478E}" dt="2025-11-19T08:01:01.023" v="3392" actId="20577"/>
          <ac:spMkLst>
            <pc:docMk/>
            <pc:sldMk cId="579357684" sldId="336"/>
            <ac:spMk id="12" creationId="{5037A3D3-F40C-A329-F749-9D617031C21E}"/>
          </ac:spMkLst>
        </pc:spChg>
        <pc:picChg chg="add mod">
          <ac:chgData name="Lasya Reddy Kotha" userId="6f6c4e92-313a-4005-b144-002312ffd117" providerId="ADAL" clId="{B3B8E5A1-E4C7-44CC-B539-B7C4CC82478E}" dt="2025-11-19T08:01:20.913" v="3397" actId="1076"/>
          <ac:picMkLst>
            <pc:docMk/>
            <pc:sldMk cId="579357684" sldId="336"/>
            <ac:picMk id="6" creationId="{9AC8AA86-17A9-7ED6-306A-60EC79FD4DD2}"/>
          </ac:picMkLst>
        </pc:picChg>
      </pc:sldChg>
      <pc:sldChg chg="addSp delSp modSp add mod ord modNotesTx">
        <pc:chgData name="Lasya Reddy Kotha" userId="6f6c4e92-313a-4005-b144-002312ffd117" providerId="ADAL" clId="{B3B8E5A1-E4C7-44CC-B539-B7C4CC82478E}" dt="2025-11-19T17:24:51.968" v="3820" actId="20577"/>
        <pc:sldMkLst>
          <pc:docMk/>
          <pc:sldMk cId="3495234849" sldId="337"/>
        </pc:sldMkLst>
        <pc:spChg chg="mod">
          <ac:chgData name="Lasya Reddy Kotha" userId="6f6c4e92-313a-4005-b144-002312ffd117" providerId="ADAL" clId="{B3B8E5A1-E4C7-44CC-B539-B7C4CC82478E}" dt="2025-11-19T08:02:34.329" v="3405" actId="20577"/>
          <ac:spMkLst>
            <pc:docMk/>
            <pc:sldMk cId="3495234849" sldId="337"/>
            <ac:spMk id="3" creationId="{B8B9BB02-0C52-2886-0C0B-DF9CC97CAF92}"/>
          </ac:spMkLst>
        </pc:spChg>
        <pc:spChg chg="mod">
          <ac:chgData name="Lasya Reddy Kotha" userId="6f6c4e92-313a-4005-b144-002312ffd117" providerId="ADAL" clId="{B3B8E5A1-E4C7-44CC-B539-B7C4CC82478E}" dt="2025-11-19T08:03:00.471" v="3409" actId="20577"/>
          <ac:spMkLst>
            <pc:docMk/>
            <pc:sldMk cId="3495234849" sldId="337"/>
            <ac:spMk id="5" creationId="{DDF1F53C-ECD1-8C00-4BA5-F742CD43DD9D}"/>
          </ac:spMkLst>
        </pc:spChg>
        <pc:spChg chg="mod">
          <ac:chgData name="Lasya Reddy Kotha" userId="6f6c4e92-313a-4005-b144-002312ffd117" providerId="ADAL" clId="{B3B8E5A1-E4C7-44CC-B539-B7C4CC82478E}" dt="2025-11-19T08:03:40.743" v="3479" actId="20577"/>
          <ac:spMkLst>
            <pc:docMk/>
            <pc:sldMk cId="3495234849" sldId="337"/>
            <ac:spMk id="12" creationId="{345E7D0B-F674-2221-BC6F-F53F74A1E597}"/>
          </ac:spMkLst>
        </pc:spChg>
        <pc:picChg chg="add mod">
          <ac:chgData name="Lasya Reddy Kotha" userId="6f6c4e92-313a-4005-b144-002312ffd117" providerId="ADAL" clId="{B3B8E5A1-E4C7-44CC-B539-B7C4CC82478E}" dt="2025-11-19T08:04:04.848" v="3484" actId="1076"/>
          <ac:picMkLst>
            <pc:docMk/>
            <pc:sldMk cId="3495234849" sldId="337"/>
            <ac:picMk id="2" creationId="{C9817417-060A-0D33-6B0D-828B6C3C81A9}"/>
          </ac:picMkLst>
        </pc:picChg>
      </pc:sldChg>
      <pc:sldChg chg="addSp delSp modSp add mod modNotesTx">
        <pc:chgData name="Lasya Reddy Kotha" userId="6f6c4e92-313a-4005-b144-002312ffd117" providerId="ADAL" clId="{B3B8E5A1-E4C7-44CC-B539-B7C4CC82478E}" dt="2025-11-20T17:31:41.884" v="4054" actId="20577"/>
        <pc:sldMkLst>
          <pc:docMk/>
          <pc:sldMk cId="3216303799" sldId="339"/>
        </pc:sldMkLst>
        <pc:spChg chg="mod">
          <ac:chgData name="Lasya Reddy Kotha" userId="6f6c4e92-313a-4005-b144-002312ffd117" providerId="ADAL" clId="{B3B8E5A1-E4C7-44CC-B539-B7C4CC82478E}" dt="2025-11-19T17:27:03.343" v="3896" actId="20577"/>
          <ac:spMkLst>
            <pc:docMk/>
            <pc:sldMk cId="3216303799" sldId="339"/>
            <ac:spMk id="3" creationId="{FC682C9B-FEB1-0FCF-4E41-E4041006327F}"/>
          </ac:spMkLst>
        </pc:spChg>
        <pc:spChg chg="add mod">
          <ac:chgData name="Lasya Reddy Kotha" userId="6f6c4e92-313a-4005-b144-002312ffd117" providerId="ADAL" clId="{B3B8E5A1-E4C7-44CC-B539-B7C4CC82478E}" dt="2025-11-19T17:26:58.933" v="3884"/>
          <ac:spMkLst>
            <pc:docMk/>
            <pc:sldMk cId="3216303799" sldId="339"/>
            <ac:spMk id="6" creationId="{383050D6-2AC7-A019-E67B-3C477039374E}"/>
          </ac:spMkLst>
        </pc:spChg>
        <pc:spChg chg="add mod">
          <ac:chgData name="Lasya Reddy Kotha" userId="6f6c4e92-313a-4005-b144-002312ffd117" providerId="ADAL" clId="{B3B8E5A1-E4C7-44CC-B539-B7C4CC82478E}" dt="2025-11-19T17:26:58.933" v="3884"/>
          <ac:spMkLst>
            <pc:docMk/>
            <pc:sldMk cId="3216303799" sldId="339"/>
            <ac:spMk id="8" creationId="{2C86C541-A310-353A-9D48-9B6861D626BC}"/>
          </ac:spMkLst>
        </pc:spChg>
        <pc:spChg chg="add mod">
          <ac:chgData name="Lasya Reddy Kotha" userId="6f6c4e92-313a-4005-b144-002312ffd117" providerId="ADAL" clId="{B3B8E5A1-E4C7-44CC-B539-B7C4CC82478E}" dt="2025-11-19T17:26:58.933" v="3884"/>
          <ac:spMkLst>
            <pc:docMk/>
            <pc:sldMk cId="3216303799" sldId="339"/>
            <ac:spMk id="9" creationId="{A9284F34-C1C5-AD13-F994-D7CC5AF3E628}"/>
          </ac:spMkLst>
        </pc:spChg>
        <pc:spChg chg="add mod">
          <ac:chgData name="Lasya Reddy Kotha" userId="6f6c4e92-313a-4005-b144-002312ffd117" providerId="ADAL" clId="{B3B8E5A1-E4C7-44CC-B539-B7C4CC82478E}" dt="2025-11-19T17:26:58.933" v="3884"/>
          <ac:spMkLst>
            <pc:docMk/>
            <pc:sldMk cId="3216303799" sldId="339"/>
            <ac:spMk id="10" creationId="{C65639A7-6060-C165-D867-3946788021D8}"/>
          </ac:spMkLst>
        </pc:spChg>
        <pc:graphicFrameChg chg="add mod modGraphic">
          <ac:chgData name="Lasya Reddy Kotha" userId="6f6c4e92-313a-4005-b144-002312ffd117" providerId="ADAL" clId="{B3B8E5A1-E4C7-44CC-B539-B7C4CC82478E}" dt="2025-11-20T17:31:41.884" v="4054" actId="20577"/>
          <ac:graphicFrameMkLst>
            <pc:docMk/>
            <pc:sldMk cId="3216303799" sldId="339"/>
            <ac:graphicFrameMk id="4" creationId="{8EB1E3CA-0A0C-8151-1937-3587B3E17084}"/>
          </ac:graphicFrameMkLst>
        </pc:graphicFrameChg>
        <pc:graphicFrameChg chg="add mod modGraphic">
          <ac:chgData name="Lasya Reddy Kotha" userId="6f6c4e92-313a-4005-b144-002312ffd117" providerId="ADAL" clId="{B3B8E5A1-E4C7-44CC-B539-B7C4CC82478E}" dt="2025-11-20T17:31:36.153" v="4053" actId="1076"/>
          <ac:graphicFrameMkLst>
            <pc:docMk/>
            <pc:sldMk cId="3216303799" sldId="339"/>
            <ac:graphicFrameMk id="5" creationId="{B0CE43D1-C820-C701-EC09-FF5EC47E6D63}"/>
          </ac:graphicFrameMkLst>
        </pc:graphicFrameChg>
      </pc:sldChg>
      <pc:sldChg chg="addSp delSp modSp new mod">
        <pc:chgData name="Lasya Reddy Kotha" userId="6f6c4e92-313a-4005-b144-002312ffd117" providerId="ADAL" clId="{B3B8E5A1-E4C7-44CC-B539-B7C4CC82478E}" dt="2025-11-19T17:31:11.633" v="3933" actId="1076"/>
        <pc:sldMkLst>
          <pc:docMk/>
          <pc:sldMk cId="996729132" sldId="340"/>
        </pc:sldMkLst>
        <pc:spChg chg="add mod">
          <ac:chgData name="Lasya Reddy Kotha" userId="6f6c4e92-313a-4005-b144-002312ffd117" providerId="ADAL" clId="{B3B8E5A1-E4C7-44CC-B539-B7C4CC82478E}" dt="2025-11-19T17:31:11.633" v="3933" actId="1076"/>
          <ac:spMkLst>
            <pc:docMk/>
            <pc:sldMk cId="996729132" sldId="340"/>
            <ac:spMk id="3" creationId="{EDA95BBF-0067-16A2-702C-72638BD89ACA}"/>
          </ac:spMkLst>
        </pc:spChg>
      </pc:sldChg>
      <pc:sldMasterChg chg="delSldLayout">
        <pc:chgData name="Lasya Reddy Kotha" userId="6f6c4e92-313a-4005-b144-002312ffd117" providerId="ADAL" clId="{B3B8E5A1-E4C7-44CC-B539-B7C4CC82478E}" dt="2025-11-19T17:31:21.472" v="3936" actId="47"/>
        <pc:sldMasterMkLst>
          <pc:docMk/>
          <pc:sldMasterMk cId="856625123" sldId="2147483672"/>
        </pc:sldMasterMkLst>
      </pc:sldMasterChg>
    </pc:docChg>
  </pc:docChgLst>
  <pc:docChgLst>
    <pc:chgData name="Tyler M. Camelot" userId="S::tcamelot@ad.uci.edu::cefacccd-81f7-47a5-bf72-80f674a49b06" providerId="AD" clId="Web-{7C0FDA9B-D504-3AE5-AC84-45DDC9592B18}"/>
    <pc:docChg chg="modSld">
      <pc:chgData name="Tyler M. Camelot" userId="S::tcamelot@ad.uci.edu::cefacccd-81f7-47a5-bf72-80f674a49b06" providerId="AD" clId="Web-{7C0FDA9B-D504-3AE5-AC84-45DDC9592B18}" dt="2025-11-07T21:37:03.198" v="1426" actId="20577"/>
      <pc:docMkLst>
        <pc:docMk/>
      </pc:docMkLst>
    </pc:docChg>
  </pc:docChgLst>
  <pc:docChgLst>
    <pc:chgData name="Ilnaz Bagheri" userId="S::bagherii@ad.uci.edu::65a9f2b0-e1dd-4395-9c10-f25cd00e2b1f" providerId="AD" clId="Web-{89CB07AD-2BA9-33EC-82E0-6DAFEBDD3154}"/>
    <pc:docChg chg="addSld modSld">
      <pc:chgData name="Ilnaz Bagheri" userId="S::bagherii@ad.uci.edu::65a9f2b0-e1dd-4395-9c10-f25cd00e2b1f" providerId="AD" clId="Web-{89CB07AD-2BA9-33EC-82E0-6DAFEBDD3154}" dt="2025-11-11T18:50:21.699" v="338" actId="20577"/>
      <pc:docMkLst>
        <pc:docMk/>
      </pc:docMkLst>
    </pc:docChg>
  </pc:docChgLst>
  <pc:docChgLst>
    <pc:chgData name="Tyler M. Camelot" userId="S::tcamelot@ad.uci.edu::cefacccd-81f7-47a5-bf72-80f674a49b06" providerId="AD" clId="Web-{A24FDAC1-E253-1FF0-FE71-0D42BC1215DF}"/>
    <pc:docChg chg="modSld">
      <pc:chgData name="Tyler M. Camelot" userId="S::tcamelot@ad.uci.edu::cefacccd-81f7-47a5-bf72-80f674a49b06" providerId="AD" clId="Web-{A24FDAC1-E253-1FF0-FE71-0D42BC1215DF}" dt="2025-11-13T18:16:14.223" v="28" actId="1076"/>
      <pc:docMkLst>
        <pc:docMk/>
      </pc:docMkLst>
      <pc:sldChg chg="addSp delSp modSp">
        <pc:chgData name="Tyler M. Camelot" userId="S::tcamelot@ad.uci.edu::cefacccd-81f7-47a5-bf72-80f674a49b06" providerId="AD" clId="Web-{A24FDAC1-E253-1FF0-FE71-0D42BC1215DF}" dt="2025-11-13T18:16:14.223" v="28" actId="1076"/>
        <pc:sldMkLst>
          <pc:docMk/>
          <pc:sldMk cId="2802388477" sldId="324"/>
        </pc:sldMkLst>
        <pc:spChg chg="mod">
          <ac:chgData name="Tyler M. Camelot" userId="S::tcamelot@ad.uci.edu::cefacccd-81f7-47a5-bf72-80f674a49b06" providerId="AD" clId="Web-{A24FDAC1-E253-1FF0-FE71-0D42BC1215DF}" dt="2025-11-13T18:12:28.595" v="13" actId="20577"/>
          <ac:spMkLst>
            <pc:docMk/>
            <pc:sldMk cId="2802388477" sldId="324"/>
            <ac:spMk id="3" creationId="{C6A03A28-B013-FF83-BC80-77980952338E}"/>
          </ac:spMkLst>
        </pc:spChg>
        <pc:picChg chg="add mod">
          <ac:chgData name="Tyler M. Camelot" userId="S::tcamelot@ad.uci.edu::cefacccd-81f7-47a5-bf72-80f674a49b06" providerId="AD" clId="Web-{A24FDAC1-E253-1FF0-FE71-0D42BC1215DF}" dt="2025-11-13T18:16:14.223" v="28" actId="1076"/>
          <ac:picMkLst>
            <pc:docMk/>
            <pc:sldMk cId="2802388477" sldId="324"/>
            <ac:picMk id="6" creationId="{4340523C-DC27-63E6-A879-98E218C6F713}"/>
          </ac:picMkLst>
        </pc:picChg>
      </pc:sldChg>
    </pc:docChg>
  </pc:docChgLst>
  <pc:docChgLst>
    <pc:chgData name="Ziqi Huang" userId="S::ziqih13@ad.uci.edu::3f44e2bc-eb1c-44b0-b017-679af5cc33f3" providerId="AD" clId="Web-{F83B48C0-B180-EEF3-8EFA-937627F3A60F}"/>
    <pc:docChg chg="modSld">
      <pc:chgData name="Ziqi Huang" userId="S::ziqih13@ad.uci.edu::3f44e2bc-eb1c-44b0-b017-679af5cc33f3" providerId="AD" clId="Web-{F83B48C0-B180-EEF3-8EFA-937627F3A60F}" dt="2025-11-18T23:14:14.629" v="15" actId="1076"/>
      <pc:docMkLst>
        <pc:docMk/>
      </pc:docMkLst>
      <pc:sldChg chg="addSp delSp modSp">
        <pc:chgData name="Ziqi Huang" userId="S::ziqih13@ad.uci.edu::3f44e2bc-eb1c-44b0-b017-679af5cc33f3" providerId="AD" clId="Web-{F83B48C0-B180-EEF3-8EFA-937627F3A60F}" dt="2025-11-18T23:13:12.504" v="5" actId="1076"/>
        <pc:sldMkLst>
          <pc:docMk/>
          <pc:sldMk cId="3821980727" sldId="330"/>
        </pc:sldMkLst>
        <pc:picChg chg="add mod">
          <ac:chgData name="Ziqi Huang" userId="S::ziqih13@ad.uci.edu::3f44e2bc-eb1c-44b0-b017-679af5cc33f3" providerId="AD" clId="Web-{F83B48C0-B180-EEF3-8EFA-937627F3A60F}" dt="2025-11-18T23:13:12.504" v="5" actId="1076"/>
          <ac:picMkLst>
            <pc:docMk/>
            <pc:sldMk cId="3821980727" sldId="330"/>
            <ac:picMk id="2" creationId="{4EC96F7A-BC35-9586-771A-B5F424A4DB4A}"/>
          </ac:picMkLst>
        </pc:picChg>
      </pc:sldChg>
    </pc:docChg>
  </pc:docChgLst>
  <pc:docChgLst>
    <pc:chgData name="Yu-Fang Huang" userId="S::yvonnh7@ad.uci.edu::dbe3de0e-b88a-487d-a128-f16c765c680e" providerId="AD" clId="Web-{B0C78361-6640-BE74-0B2A-416D75AA03C9}"/>
    <pc:docChg chg="modSld">
      <pc:chgData name="Yu-Fang Huang" userId="S::yvonnh7@ad.uci.edu::dbe3de0e-b88a-487d-a128-f16c765c680e" providerId="AD" clId="Web-{B0C78361-6640-BE74-0B2A-416D75AA03C9}" dt="2025-11-11T05:51:54.282" v="670" actId="20577"/>
      <pc:docMkLst>
        <pc:docMk/>
      </pc:docMkLst>
    </pc:docChg>
  </pc:docChgLst>
  <pc:docChgLst>
    <pc:chgData name="Yu-Fang Huang" userId="S::yvonnh7@ad.uci.edu::dbe3de0e-b88a-487d-a128-f16c765c680e" providerId="AD" clId="Web-{34CD11DD-8D40-0BF7-AEE9-AE52746349A4}"/>
    <pc:docChg chg="modSld">
      <pc:chgData name="Yu-Fang Huang" userId="S::yvonnh7@ad.uci.edu::dbe3de0e-b88a-487d-a128-f16c765c680e" providerId="AD" clId="Web-{34CD11DD-8D40-0BF7-AEE9-AE52746349A4}" dt="2025-11-18T22:55:22.064" v="42" actId="20577"/>
      <pc:docMkLst>
        <pc:docMk/>
      </pc:docMkLst>
    </pc:docChg>
  </pc:docChgLst>
  <pc:docChgLst>
    <pc:chgData name="Ilnaz Bagheri" userId="S::bagherii@ad.uci.edu::65a9f2b0-e1dd-4395-9c10-f25cd00e2b1f" providerId="AD" clId="Web-{D9C6E088-F749-76BF-9C29-0518731E3CE4}"/>
    <pc:docChg chg="modSld">
      <pc:chgData name="Ilnaz Bagheri" userId="S::bagherii@ad.uci.edu::65a9f2b0-e1dd-4395-9c10-f25cd00e2b1f" providerId="AD" clId="Web-{D9C6E088-F749-76BF-9C29-0518731E3CE4}" dt="2025-11-11T19:11:25.225" v="291" actId="20577"/>
      <pc:docMkLst>
        <pc:docMk/>
      </pc:docMkLst>
    </pc:docChg>
  </pc:docChgLst>
  <pc:docChgLst>
    <pc:chgData name="Ilnaz Bagheri" userId="S::bagherii@ad.uci.edu::65a9f2b0-e1dd-4395-9c10-f25cd00e2b1f" providerId="AD" clId="Web-{F23AA042-554F-6E1A-8664-DBFF5B95D8F9}"/>
    <pc:docChg chg="addSld delSld modSld">
      <pc:chgData name="Ilnaz Bagheri" userId="S::bagherii@ad.uci.edu::65a9f2b0-e1dd-4395-9c10-f25cd00e2b1f" providerId="AD" clId="Web-{F23AA042-554F-6E1A-8664-DBFF5B95D8F9}" dt="2025-11-16T07:58:27.387" v="38" actId="1076"/>
      <pc:docMkLst>
        <pc:docMk/>
      </pc:docMkLst>
      <pc:sldChg chg="addSp delSp modSp modNotes">
        <pc:chgData name="Ilnaz Bagheri" userId="S::bagherii@ad.uci.edu::65a9f2b0-e1dd-4395-9c10-f25cd00e2b1f" providerId="AD" clId="Web-{F23AA042-554F-6E1A-8664-DBFF5B95D8F9}" dt="2025-11-16T07:58:27.387" v="38" actId="1076"/>
        <pc:sldMkLst>
          <pc:docMk/>
          <pc:sldMk cId="3821980727" sldId="330"/>
        </pc:sldMkLst>
      </pc:sldChg>
    </pc:docChg>
  </pc:docChgLst>
  <pc:docChgLst>
    <pc:chgData name="Tyler M. Camelot" userId="S::tcamelot@ad.uci.edu::cefacccd-81f7-47a5-bf72-80f674a49b06" providerId="AD" clId="Web-{C9D43AD2-1F2B-92F1-899E-AC4D4366DE6C}"/>
    <pc:docChg chg="modSld">
      <pc:chgData name="Tyler M. Camelot" userId="S::tcamelot@ad.uci.edu::cefacccd-81f7-47a5-bf72-80f674a49b06" providerId="AD" clId="Web-{C9D43AD2-1F2B-92F1-899E-AC4D4366DE6C}" dt="2025-11-11T01:10:35.780" v="3" actId="1076"/>
      <pc:docMkLst>
        <pc:docMk/>
      </pc:docMkLst>
    </pc:docChg>
  </pc:docChgLst>
  <pc:docChgLst>
    <pc:chgData name="Yu-Fang Huang" userId="dbe3de0e-b88a-487d-a128-f16c765c680e" providerId="ADAL" clId="{F41774EE-A33F-51A3-B9AC-409E056459D0}"/>
    <pc:docChg chg="custSel modSld">
      <pc:chgData name="Yu-Fang Huang" userId="dbe3de0e-b88a-487d-a128-f16c765c680e" providerId="ADAL" clId="{F41774EE-A33F-51A3-B9AC-409E056459D0}" dt="2025-11-10T04:12:44.633" v="189" actId="20577"/>
      <pc:docMkLst>
        <pc:docMk/>
      </pc:docMkLst>
    </pc:docChg>
  </pc:docChgLst>
  <pc:docChgLst>
    <pc:chgData name="Ilnaz Bagheri" userId="S::bagherii@ad.uci.edu::65a9f2b0-e1dd-4395-9c10-f25cd00e2b1f" providerId="AD" clId="Web-{C09EFC33-112A-0A5B-2F5F-8D8520CC33E7}"/>
    <pc:docChg chg="modSld">
      <pc:chgData name="Ilnaz Bagheri" userId="S::bagherii@ad.uci.edu::65a9f2b0-e1dd-4395-9c10-f25cd00e2b1f" providerId="AD" clId="Web-{C09EFC33-112A-0A5B-2F5F-8D8520CC33E7}" dt="2025-11-11T20:32:43.694" v="441" actId="20577"/>
      <pc:docMkLst>
        <pc:docMk/>
      </pc:docMkLst>
      <pc:sldChg chg="modSp">
        <pc:chgData name="Ilnaz Bagheri" userId="S::bagherii@ad.uci.edu::65a9f2b0-e1dd-4395-9c10-f25cd00e2b1f" providerId="AD" clId="Web-{C09EFC33-112A-0A5B-2F5F-8D8520CC33E7}" dt="2025-11-11T20:19:34.008" v="394"/>
        <pc:sldMkLst>
          <pc:docMk/>
          <pc:sldMk cId="2918085833" sldId="328"/>
        </pc:sldMkLst>
        <pc:graphicFrameChg chg="mod modGraphic">
          <ac:chgData name="Ilnaz Bagheri" userId="S::bagherii@ad.uci.edu::65a9f2b0-e1dd-4395-9c10-f25cd00e2b1f" providerId="AD" clId="Web-{C09EFC33-112A-0A5B-2F5F-8D8520CC33E7}" dt="2025-11-11T20:19:34.008" v="394"/>
          <ac:graphicFrameMkLst>
            <pc:docMk/>
            <pc:sldMk cId="2918085833" sldId="328"/>
            <ac:graphicFrameMk id="7" creationId="{0B1B6F5C-34A4-55B2-CCC6-2CF908468A9A}"/>
          </ac:graphicFrameMkLst>
        </pc:graphicFrameChg>
      </pc:sldChg>
    </pc:docChg>
  </pc:docChgLst>
  <pc:docChgLst>
    <pc:chgData name="Yu-Fang Huang" userId="S::yvonnh7@ad.uci.edu::dbe3de0e-b88a-487d-a128-f16c765c680e" providerId="AD" clId="Web-{7459EA74-2911-B13F-1DE0-F7D5BE02C7A0}"/>
    <pc:docChg chg="addSld modSld">
      <pc:chgData name="Yu-Fang Huang" userId="S::yvonnh7@ad.uci.edu::dbe3de0e-b88a-487d-a128-f16c765c680e" providerId="AD" clId="Web-{7459EA74-2911-B13F-1DE0-F7D5BE02C7A0}" dt="2025-11-10T00:10:12.228" v="431" actId="1076"/>
      <pc:docMkLst>
        <pc:docMk/>
      </pc:docMkLst>
    </pc:docChg>
  </pc:docChgLst>
  <pc:docChgLst>
    <pc:chgData name="Tyler M. Camelot" userId="S::tcamelot@ad.uci.edu::cefacccd-81f7-47a5-bf72-80f674a49b06" providerId="AD" clId="Web-{8EEE8D76-B794-B96B-C17D-03530F4321A5}"/>
    <pc:docChg chg="addSld modSld sldOrd">
      <pc:chgData name="Tyler M. Camelot" userId="S::tcamelot@ad.uci.edu::cefacccd-81f7-47a5-bf72-80f674a49b06" providerId="AD" clId="Web-{8EEE8D76-B794-B96B-C17D-03530F4321A5}" dt="2025-11-15T23:30:42.518" v="5062"/>
      <pc:docMkLst>
        <pc:docMk/>
      </pc:docMkLst>
      <pc:sldChg chg="modNotes">
        <pc:chgData name="Tyler M. Camelot" userId="S::tcamelot@ad.uci.edu::cefacccd-81f7-47a5-bf72-80f674a49b06" providerId="AD" clId="Web-{8EEE8D76-B794-B96B-C17D-03530F4321A5}" dt="2025-11-15T22:57:46.198" v="1290"/>
        <pc:sldMkLst>
          <pc:docMk/>
          <pc:sldMk cId="2918085833" sldId="328"/>
        </pc:sldMkLst>
      </pc:sldChg>
    </pc:docChg>
  </pc:docChgLst>
  <pc:docChgLst>
    <pc:chgData name="Ziqi Huang" userId="S::ziqih13@ad.uci.edu::3f44e2bc-eb1c-44b0-b017-679af5cc33f3" providerId="AD" clId="Web-{F9AD29E9-EE13-BFD1-C576-15F42A920EC4}"/>
    <pc:docChg chg="modSld">
      <pc:chgData name="Ziqi Huang" userId="S::ziqih13@ad.uci.edu::3f44e2bc-eb1c-44b0-b017-679af5cc33f3" providerId="AD" clId="Web-{F9AD29E9-EE13-BFD1-C576-15F42A920EC4}" dt="2025-11-18T18:31:04.551" v="19" actId="14100"/>
      <pc:docMkLst>
        <pc:docMk/>
      </pc:docMkLst>
      <pc:sldChg chg="addSp delSp modSp">
        <pc:chgData name="Ziqi Huang" userId="S::ziqih13@ad.uci.edu::3f44e2bc-eb1c-44b0-b017-679af5cc33f3" providerId="AD" clId="Web-{F9AD29E9-EE13-BFD1-C576-15F42A920EC4}" dt="2025-11-18T18:29:24.535" v="5" actId="1076"/>
        <pc:sldMkLst>
          <pc:docMk/>
          <pc:sldMk cId="3821980727" sldId="330"/>
        </pc:sldMkLst>
      </pc:sldChg>
    </pc:docChg>
  </pc:docChgLst>
  <pc:docChgLst>
    <pc:chgData name="Ziqi Huang" userId="S::ziqih13@ad.uci.edu::3f44e2bc-eb1c-44b0-b017-679af5cc33f3" providerId="AD" clId="Web-{5D13E044-EA8E-6B8C-1AB6-724443D12165}"/>
    <pc:docChg chg="modSld">
      <pc:chgData name="Ziqi Huang" userId="S::ziqih13@ad.uci.edu::3f44e2bc-eb1c-44b0-b017-679af5cc33f3" providerId="AD" clId="Web-{5D13E044-EA8E-6B8C-1AB6-724443D12165}" dt="2025-11-20T17:36:31.317" v="46"/>
      <pc:docMkLst>
        <pc:docMk/>
      </pc:docMkLst>
      <pc:sldChg chg="modNotes">
        <pc:chgData name="Ziqi Huang" userId="S::ziqih13@ad.uci.edu::3f44e2bc-eb1c-44b0-b017-679af5cc33f3" providerId="AD" clId="Web-{5D13E044-EA8E-6B8C-1AB6-724443D12165}" dt="2025-11-20T17:36:31.317" v="46"/>
        <pc:sldMkLst>
          <pc:docMk/>
          <pc:sldMk cId="2802388477" sldId="324"/>
        </pc:sldMkLst>
      </pc:sldChg>
      <pc:sldChg chg="modSp">
        <pc:chgData name="Ziqi Huang" userId="S::ziqih13@ad.uci.edu::3f44e2bc-eb1c-44b0-b017-679af5cc33f3" providerId="AD" clId="Web-{5D13E044-EA8E-6B8C-1AB6-724443D12165}" dt="2025-11-20T17:30:43.625" v="35"/>
        <pc:sldMkLst>
          <pc:docMk/>
          <pc:sldMk cId="3216303799" sldId="339"/>
        </pc:sldMkLst>
        <pc:graphicFrameChg chg="mod modGraphic">
          <ac:chgData name="Ziqi Huang" userId="S::ziqih13@ad.uci.edu::3f44e2bc-eb1c-44b0-b017-679af5cc33f3" providerId="AD" clId="Web-{5D13E044-EA8E-6B8C-1AB6-724443D12165}" dt="2025-11-20T17:30:30.062" v="31"/>
          <ac:graphicFrameMkLst>
            <pc:docMk/>
            <pc:sldMk cId="3216303799" sldId="339"/>
            <ac:graphicFrameMk id="4" creationId="{8EB1E3CA-0A0C-8151-1937-3587B3E17084}"/>
          </ac:graphicFrameMkLst>
        </pc:graphicFrameChg>
        <pc:graphicFrameChg chg="mod modGraphic">
          <ac:chgData name="Ziqi Huang" userId="S::ziqih13@ad.uci.edu::3f44e2bc-eb1c-44b0-b017-679af5cc33f3" providerId="AD" clId="Web-{5D13E044-EA8E-6B8C-1AB6-724443D12165}" dt="2025-11-20T17:30:43.625" v="35"/>
          <ac:graphicFrameMkLst>
            <pc:docMk/>
            <pc:sldMk cId="3216303799" sldId="339"/>
            <ac:graphicFrameMk id="5" creationId="{B0CE43D1-C820-C701-EC09-FF5EC47E6D63}"/>
          </ac:graphicFrameMkLst>
        </pc:graphicFrameChg>
      </pc:sldChg>
    </pc:docChg>
  </pc:docChgLst>
  <pc:docChgLst>
    <pc:chgData name="Tyler M. Camelot" userId="S::tcamelot@ad.uci.edu::cefacccd-81f7-47a5-bf72-80f674a49b06" providerId="AD" clId="Web-{675F95B8-FD24-5A03-9483-B2A4F2760997}"/>
    <pc:docChg chg="modSld">
      <pc:chgData name="Tyler M. Camelot" userId="S::tcamelot@ad.uci.edu::cefacccd-81f7-47a5-bf72-80f674a49b06" providerId="AD" clId="Web-{675F95B8-FD24-5A03-9483-B2A4F2760997}" dt="2025-11-20T17:54:30.468" v="356"/>
      <pc:docMkLst>
        <pc:docMk/>
      </pc:docMkLst>
      <pc:sldChg chg="modSp modNotes">
        <pc:chgData name="Tyler M. Camelot" userId="S::tcamelot@ad.uci.edu::cefacccd-81f7-47a5-bf72-80f674a49b06" providerId="AD" clId="Web-{675F95B8-FD24-5A03-9483-B2A4F2760997}" dt="2025-11-20T17:54:30.468" v="356"/>
        <pc:sldMkLst>
          <pc:docMk/>
          <pc:sldMk cId="3216303799" sldId="339"/>
        </pc:sldMkLst>
        <pc:graphicFrameChg chg="mod modGraphic">
          <ac:chgData name="Tyler M. Camelot" userId="S::tcamelot@ad.uci.edu::cefacccd-81f7-47a5-bf72-80f674a49b06" providerId="AD" clId="Web-{675F95B8-FD24-5A03-9483-B2A4F2760997}" dt="2025-11-20T17:29:37.802" v="25"/>
          <ac:graphicFrameMkLst>
            <pc:docMk/>
            <pc:sldMk cId="3216303799" sldId="339"/>
            <ac:graphicFrameMk id="4" creationId="{8EB1E3CA-0A0C-8151-1937-3587B3E17084}"/>
          </ac:graphicFrameMkLst>
        </pc:graphicFrameChg>
        <pc:graphicFrameChg chg="mod modGraphic">
          <ac:chgData name="Tyler M. Camelot" userId="S::tcamelot@ad.uci.edu::cefacccd-81f7-47a5-bf72-80f674a49b06" providerId="AD" clId="Web-{675F95B8-FD24-5A03-9483-B2A4F2760997}" dt="2025-11-20T17:29:29.005" v="24"/>
          <ac:graphicFrameMkLst>
            <pc:docMk/>
            <pc:sldMk cId="3216303799" sldId="339"/>
            <ac:graphicFrameMk id="5" creationId="{B0CE43D1-C820-C701-EC09-FF5EC47E6D63}"/>
          </ac:graphicFrameMkLst>
        </pc:graphicFrameChg>
      </pc:sldChg>
      <pc:sldChg chg="modNotes">
        <pc:chgData name="Tyler M. Camelot" userId="S::tcamelot@ad.uci.edu::cefacccd-81f7-47a5-bf72-80f674a49b06" providerId="AD" clId="Web-{675F95B8-FD24-5A03-9483-B2A4F2760997}" dt="2025-11-20T17:37:46.230" v="340"/>
        <pc:sldMkLst>
          <pc:docMk/>
          <pc:sldMk cId="996729132" sldId="340"/>
        </pc:sldMkLst>
      </pc:sldChg>
    </pc:docChg>
  </pc:docChgLst>
  <pc:docChgLst>
    <pc:chgData name="Tyler M. Camelot" userId="S::tcamelot@ad.uci.edu::cefacccd-81f7-47a5-bf72-80f674a49b06" providerId="AD" clId="Web-{128B9A22-2D99-551D-E23B-E9E13D539F4F}"/>
    <pc:docChg chg="modSld">
      <pc:chgData name="Tyler M. Camelot" userId="S::tcamelot@ad.uci.edu::cefacccd-81f7-47a5-bf72-80f674a49b06" providerId="AD" clId="Web-{128B9A22-2D99-551D-E23B-E9E13D539F4F}" dt="2025-11-12T01:16:57.099" v="6" actId="1076"/>
      <pc:docMkLst>
        <pc:docMk/>
      </pc:docMkLst>
    </pc:docChg>
  </pc:docChgLst>
  <pc:docChgLst>
    <pc:chgData name="Ziqi Huang" userId="S::ziqih13@ad.uci.edu::3f44e2bc-eb1c-44b0-b017-679af5cc33f3" providerId="AD" clId="Web-{5B730789-8CC5-8404-D9F1-A9887E8387C2}"/>
    <pc:docChg chg="modSld">
      <pc:chgData name="Ziqi Huang" userId="S::ziqih13@ad.uci.edu::3f44e2bc-eb1c-44b0-b017-679af5cc33f3" providerId="AD" clId="Web-{5B730789-8CC5-8404-D9F1-A9887E8387C2}" dt="2025-11-20T09:06:20.576" v="268"/>
      <pc:docMkLst>
        <pc:docMk/>
      </pc:docMkLst>
      <pc:sldChg chg="modNotes">
        <pc:chgData name="Ziqi Huang" userId="S::ziqih13@ad.uci.edu::3f44e2bc-eb1c-44b0-b017-679af5cc33f3" providerId="AD" clId="Web-{5B730789-8CC5-8404-D9F1-A9887E8387C2}" dt="2025-11-20T08:49:21.497" v="5"/>
        <pc:sldMkLst>
          <pc:docMk/>
          <pc:sldMk cId="1383246504" sldId="314"/>
        </pc:sldMkLst>
      </pc:sldChg>
      <pc:sldChg chg="modNotes">
        <pc:chgData name="Ziqi Huang" userId="S::ziqih13@ad.uci.edu::3f44e2bc-eb1c-44b0-b017-679af5cc33f3" providerId="AD" clId="Web-{5B730789-8CC5-8404-D9F1-A9887E8387C2}" dt="2025-11-20T09:06:20.576" v="268"/>
        <pc:sldMkLst>
          <pc:docMk/>
          <pc:sldMk cId="2802388477" sldId="324"/>
        </pc:sldMkLst>
      </pc:sldChg>
    </pc:docChg>
  </pc:docChgLst>
  <pc:docChgLst>
    <pc:chgData name="Ilnaz Bagheri" userId="S::bagherii@ad.uci.edu::65a9f2b0-e1dd-4395-9c10-f25cd00e2b1f" providerId="AD" clId="Web-{54D15B91-F97C-0B30-4155-E4F5CC027088}"/>
    <pc:docChg chg="modSld">
      <pc:chgData name="Ilnaz Bagheri" userId="S::bagherii@ad.uci.edu::65a9f2b0-e1dd-4395-9c10-f25cd00e2b1f" providerId="AD" clId="Web-{54D15B91-F97C-0B30-4155-E4F5CC027088}" dt="2025-11-16T08:01:13.020" v="7"/>
      <pc:docMkLst>
        <pc:docMk/>
      </pc:docMkLst>
      <pc:sldChg chg="modSp">
        <pc:chgData name="Ilnaz Bagheri" userId="S::bagherii@ad.uci.edu::65a9f2b0-e1dd-4395-9c10-f25cd00e2b1f" providerId="AD" clId="Web-{54D15B91-F97C-0B30-4155-E4F5CC027088}" dt="2025-11-16T08:01:13.020" v="7"/>
        <pc:sldMkLst>
          <pc:docMk/>
          <pc:sldMk cId="3821980727" sldId="330"/>
        </pc:sldMkLst>
      </pc:sldChg>
    </pc:docChg>
  </pc:docChgLst>
  <pc:docChgLst>
    <pc:chgData name="Ziqi Huang" userId="S::ziqih13@ad.uci.edu::3f44e2bc-eb1c-44b0-b017-679af5cc33f3" providerId="AD" clId="Web-{DA058B1F-85D9-980C-D524-406C642F267C}"/>
    <pc:docChg chg="addSld delSld modSld">
      <pc:chgData name="Ziqi Huang" userId="S::ziqih13@ad.uci.edu::3f44e2bc-eb1c-44b0-b017-679af5cc33f3" providerId="AD" clId="Web-{DA058B1F-85D9-980C-D524-406C642F267C}" dt="2025-11-11T09:12:54.594" v="513" actId="20577"/>
      <pc:docMkLst>
        <pc:docMk/>
      </pc:docMkLst>
      <pc:sldChg chg="modSp">
        <pc:chgData name="Ziqi Huang" userId="S::ziqih13@ad.uci.edu::3f44e2bc-eb1c-44b0-b017-679af5cc33f3" providerId="AD" clId="Web-{DA058B1F-85D9-980C-D524-406C642F267C}" dt="2025-11-11T07:46:59.293" v="18" actId="1076"/>
        <pc:sldMkLst>
          <pc:docMk/>
          <pc:sldMk cId="1383246504" sldId="314"/>
        </pc:sldMkLst>
      </pc:sldChg>
    </pc:docChg>
  </pc:docChgLst>
  <pc:docChgLst>
    <pc:chgData name="Tyler M. Camelot" userId="S::tcamelot@ad.uci.edu::cefacccd-81f7-47a5-bf72-80f674a49b06" providerId="AD" clId="Web-{185EBB90-A01E-43A6-2025-DB45B0C11DA6}"/>
    <pc:docChg chg="addSld delSld modSld">
      <pc:chgData name="Tyler M. Camelot" userId="S::tcamelot@ad.uci.edu::cefacccd-81f7-47a5-bf72-80f674a49b06" providerId="AD" clId="Web-{185EBB90-A01E-43A6-2025-DB45B0C11DA6}" dt="2025-11-10T01:30:59.194" v="2565"/>
      <pc:docMkLst>
        <pc:docMk/>
      </pc:docMkLst>
    </pc:docChg>
  </pc:docChgLst>
  <pc:docChgLst>
    <pc:chgData name="Yu-Fang Huang" userId="S::yvonnh7@ad.uci.edu::dbe3de0e-b88a-487d-a128-f16c765c680e" providerId="AD" clId="Web-{61C94236-AE19-77AC-8B69-624972A9B062}"/>
    <pc:docChg chg="modSld">
      <pc:chgData name="Yu-Fang Huang" userId="S::yvonnh7@ad.uci.edu::dbe3de0e-b88a-487d-a128-f16c765c680e" providerId="AD" clId="Web-{61C94236-AE19-77AC-8B69-624972A9B062}" dt="2025-11-19T16:31:40.619" v="212"/>
      <pc:docMkLst>
        <pc:docMk/>
      </pc:docMkLst>
      <pc:sldChg chg="modNotes">
        <pc:chgData name="Yu-Fang Huang" userId="S::yvonnh7@ad.uci.edu::dbe3de0e-b88a-487d-a128-f16c765c680e" providerId="AD" clId="Web-{61C94236-AE19-77AC-8B69-624972A9B062}" dt="2025-11-19T16:30:29.916" v="200"/>
        <pc:sldMkLst>
          <pc:docMk/>
          <pc:sldMk cId="3821980727" sldId="330"/>
        </pc:sldMkLst>
      </pc:sldChg>
      <pc:sldChg chg="modNotes">
        <pc:chgData name="Yu-Fang Huang" userId="S::yvonnh7@ad.uci.edu::dbe3de0e-b88a-487d-a128-f16c765c680e" providerId="AD" clId="Web-{61C94236-AE19-77AC-8B69-624972A9B062}" dt="2025-11-19T16:31:40.619" v="212"/>
        <pc:sldMkLst>
          <pc:docMk/>
          <pc:sldMk cId="843629150" sldId="335"/>
        </pc:sldMkLst>
      </pc:sldChg>
    </pc:docChg>
  </pc:docChgLst>
  <pc:docChgLst>
    <pc:chgData name="Tyler M. Camelot" userId="S::tcamelot@ad.uci.edu::cefacccd-81f7-47a5-bf72-80f674a49b06" providerId="AD" clId="Web-{584D3D96-067B-653A-2F45-A8566746A365}"/>
    <pc:docChg chg="addSld delSld modSld">
      <pc:chgData name="Tyler M. Camelot" userId="S::tcamelot@ad.uci.edu::cefacccd-81f7-47a5-bf72-80f674a49b06" providerId="AD" clId="Web-{584D3D96-067B-653A-2F45-A8566746A365}" dt="2025-11-11T20:32:07.726" v="2518" actId="20577"/>
      <pc:docMkLst>
        <pc:docMk/>
      </pc:docMkLst>
      <pc:sldChg chg="modSp modNotes">
        <pc:chgData name="Tyler M. Camelot" userId="S::tcamelot@ad.uci.edu::cefacccd-81f7-47a5-bf72-80f674a49b06" providerId="AD" clId="Web-{584D3D96-067B-653A-2F45-A8566746A365}" dt="2025-11-11T17:54:27.623" v="89"/>
        <pc:sldMkLst>
          <pc:docMk/>
          <pc:sldMk cId="1383246504" sldId="314"/>
        </pc:sldMkLst>
        <pc:spChg chg="mod">
          <ac:chgData name="Tyler M. Camelot" userId="S::tcamelot@ad.uci.edu::cefacccd-81f7-47a5-bf72-80f674a49b06" providerId="AD" clId="Web-{584D3D96-067B-653A-2F45-A8566746A365}" dt="2025-11-11T17:42:48.500" v="19" actId="20577"/>
          <ac:spMkLst>
            <pc:docMk/>
            <pc:sldMk cId="1383246504" sldId="314"/>
            <ac:spMk id="2" creationId="{0D776D87-3718-EB67-385F-E80F84DA8650}"/>
          </ac:spMkLst>
        </pc:spChg>
        <pc:spChg chg="mod">
          <ac:chgData name="Tyler M. Camelot" userId="S::tcamelot@ad.uci.edu::cefacccd-81f7-47a5-bf72-80f674a49b06" providerId="AD" clId="Web-{584D3D96-067B-653A-2F45-A8566746A365}" dt="2025-11-11T17:43:42.906" v="22" actId="20577"/>
          <ac:spMkLst>
            <pc:docMk/>
            <pc:sldMk cId="1383246504" sldId="314"/>
            <ac:spMk id="3" creationId="{6C999954-B009-E07C-156B-534826E7C109}"/>
          </ac:spMkLst>
        </pc:spChg>
      </pc:sldChg>
      <pc:sldChg chg="addSp delSp modSp add replId modNotes">
        <pc:chgData name="Tyler M. Camelot" userId="S::tcamelot@ad.uci.edu::cefacccd-81f7-47a5-bf72-80f674a49b06" providerId="AD" clId="Web-{584D3D96-067B-653A-2F45-A8566746A365}" dt="2025-11-11T18:25:32.034" v="489" actId="1076"/>
        <pc:sldMkLst>
          <pc:docMk/>
          <pc:sldMk cId="2802388477" sldId="324"/>
        </pc:sldMkLst>
        <pc:spChg chg="mod">
          <ac:chgData name="Tyler M. Camelot" userId="S::tcamelot@ad.uci.edu::cefacccd-81f7-47a5-bf72-80f674a49b06" providerId="AD" clId="Web-{584D3D96-067B-653A-2F45-A8566746A365}" dt="2025-11-11T17:51:13.545" v="52" actId="20577"/>
          <ac:spMkLst>
            <pc:docMk/>
            <pc:sldMk cId="2802388477" sldId="324"/>
            <ac:spMk id="2" creationId="{05AAA021-149E-9987-658B-4A3F61CE233B}"/>
          </ac:spMkLst>
        </pc:spChg>
        <pc:spChg chg="mod">
          <ac:chgData name="Tyler M. Camelot" userId="S::tcamelot@ad.uci.edu::cefacccd-81f7-47a5-bf72-80f674a49b06" providerId="AD" clId="Web-{584D3D96-067B-653A-2F45-A8566746A365}" dt="2025-11-11T18:01:16.197" v="365" actId="20577"/>
          <ac:spMkLst>
            <pc:docMk/>
            <pc:sldMk cId="2802388477" sldId="324"/>
            <ac:spMk id="3" creationId="{C6A03A28-B013-FF83-BC80-77980952338E}"/>
          </ac:spMkLst>
        </pc:spChg>
      </pc:sldChg>
      <pc:sldChg chg="modSp modNotes">
        <pc:chgData name="Tyler M. Camelot" userId="S::tcamelot@ad.uci.edu::cefacccd-81f7-47a5-bf72-80f674a49b06" providerId="AD" clId="Web-{584D3D96-067B-653A-2F45-A8566746A365}" dt="2025-11-11T20:18:43.668" v="2225"/>
        <pc:sldMkLst>
          <pc:docMk/>
          <pc:sldMk cId="2918085833" sldId="328"/>
        </pc:sldMkLst>
        <pc:spChg chg="mod">
          <ac:chgData name="Tyler M. Camelot" userId="S::tcamelot@ad.uci.edu::cefacccd-81f7-47a5-bf72-80f674a49b06" providerId="AD" clId="Web-{584D3D96-067B-653A-2F45-A8566746A365}" dt="2025-11-11T19:54:02.506" v="1502" actId="20577"/>
          <ac:spMkLst>
            <pc:docMk/>
            <pc:sldMk cId="2918085833" sldId="328"/>
            <ac:spMk id="3" creationId="{D33A4704-BAA6-CC3F-F2B1-6D791908A4E8}"/>
          </ac:spMkLst>
        </pc:spChg>
        <pc:graphicFrameChg chg="mod modGraphic">
          <ac:chgData name="Tyler M. Camelot" userId="S::tcamelot@ad.uci.edu::cefacccd-81f7-47a5-bf72-80f674a49b06" providerId="AD" clId="Web-{584D3D96-067B-653A-2F45-A8566746A365}" dt="2025-11-11T20:18:43.668" v="2225"/>
          <ac:graphicFrameMkLst>
            <pc:docMk/>
            <pc:sldMk cId="2918085833" sldId="328"/>
            <ac:graphicFrameMk id="7" creationId="{0B1B6F5C-34A4-55B2-CCC6-2CF908468A9A}"/>
          </ac:graphicFrameMkLst>
        </pc:graphicFrameChg>
      </pc:sldChg>
    </pc:docChg>
  </pc:docChgLst>
  <pc:docChgLst>
    <pc:chgData name="Tyler M. Camelot" userId="S::tcamelot@ad.uci.edu::cefacccd-81f7-47a5-bf72-80f674a49b06" providerId="AD" clId="Web-{B0572DA4-1BC2-8C94-D378-4B5C3A277791}"/>
    <pc:docChg chg="modSld">
      <pc:chgData name="Tyler M. Camelot" userId="S::tcamelot@ad.uci.edu::cefacccd-81f7-47a5-bf72-80f674a49b06" providerId="AD" clId="Web-{B0572DA4-1BC2-8C94-D378-4B5C3A277791}" dt="2025-11-18T22:57:10.904" v="76" actId="20577"/>
      <pc:docMkLst>
        <pc:docMk/>
      </pc:docMkLst>
      <pc:sldChg chg="addSp modSp">
        <pc:chgData name="Tyler M. Camelot" userId="S::tcamelot@ad.uci.edu::cefacccd-81f7-47a5-bf72-80f674a49b06" providerId="AD" clId="Web-{B0572DA4-1BC2-8C94-D378-4B5C3A277791}" dt="2025-11-18T22:52:30.056" v="49" actId="20577"/>
        <pc:sldMkLst>
          <pc:docMk/>
          <pc:sldMk cId="3821980727" sldId="330"/>
        </pc:sldMkLst>
        <pc:spChg chg="mod">
          <ac:chgData name="Tyler M. Camelot" userId="S::tcamelot@ad.uci.edu::cefacccd-81f7-47a5-bf72-80f674a49b06" providerId="AD" clId="Web-{B0572DA4-1BC2-8C94-D378-4B5C3A277791}" dt="2025-11-18T22:50:39.459" v="26" actId="20577"/>
          <ac:spMkLst>
            <pc:docMk/>
            <pc:sldMk cId="3821980727" sldId="330"/>
            <ac:spMk id="5" creationId="{3C91F5B9-476A-3334-5F55-D19DDB05DD2C}"/>
          </ac:spMkLst>
        </pc:spChg>
        <pc:spChg chg="mod">
          <ac:chgData name="Tyler M. Camelot" userId="S::tcamelot@ad.uci.edu::cefacccd-81f7-47a5-bf72-80f674a49b06" providerId="AD" clId="Web-{B0572DA4-1BC2-8C94-D378-4B5C3A277791}" dt="2025-11-18T22:52:30.056" v="49" actId="20577"/>
          <ac:spMkLst>
            <pc:docMk/>
            <pc:sldMk cId="3821980727" sldId="330"/>
            <ac:spMk id="12" creationId="{9296CFC8-8E8F-7E68-B486-FBCC30CA5D14}"/>
          </ac:spMkLst>
        </pc:spChg>
      </pc:sldChg>
    </pc:docChg>
  </pc:docChgLst>
  <pc:docChgLst>
    <pc:chgData name="Ilnaz Bagheri" userId="S::bagherii@ad.uci.edu::65a9f2b0-e1dd-4395-9c10-f25cd00e2b1f" providerId="AD" clId="Web-{5BBAABAA-5E9B-9CF5-12E0-67EF84583A1C}"/>
    <pc:docChg chg="modSld">
      <pc:chgData name="Ilnaz Bagheri" userId="S::bagherii@ad.uci.edu::65a9f2b0-e1dd-4395-9c10-f25cd00e2b1f" providerId="AD" clId="Web-{5BBAABAA-5E9B-9CF5-12E0-67EF84583A1C}" dt="2025-11-07T17:55:38.124" v="1176" actId="20577"/>
      <pc:docMkLst>
        <pc:docMk/>
      </pc:docMkLst>
    </pc:docChg>
  </pc:docChgLst>
  <pc:docChgLst>
    <pc:chgData name="Tyler M. Camelot" userId="S::tcamelot@ad.uci.edu::cefacccd-81f7-47a5-bf72-80f674a49b06" providerId="AD" clId="Web-{2840585F-9EB5-EC00-25D4-D42F17DF53C7}"/>
    <pc:docChg chg="modSld">
      <pc:chgData name="Tyler M. Camelot" userId="S::tcamelot@ad.uci.edu::cefacccd-81f7-47a5-bf72-80f674a49b06" providerId="AD" clId="Web-{2840585F-9EB5-EC00-25D4-D42F17DF53C7}" dt="2025-11-21T17:08:24.535" v="85"/>
      <pc:docMkLst>
        <pc:docMk/>
      </pc:docMkLst>
      <pc:sldChg chg="modSp">
        <pc:chgData name="Tyler M. Camelot" userId="S::tcamelot@ad.uci.edu::cefacccd-81f7-47a5-bf72-80f674a49b06" providerId="AD" clId="Web-{2840585F-9EB5-EC00-25D4-D42F17DF53C7}" dt="2025-11-21T17:07:35.847" v="77"/>
        <pc:sldMkLst>
          <pc:docMk/>
          <pc:sldMk cId="2918085833" sldId="328"/>
        </pc:sldMkLst>
        <pc:graphicFrameChg chg="mod modGraphic">
          <ac:chgData name="Tyler M. Camelot" userId="S::tcamelot@ad.uci.edu::cefacccd-81f7-47a5-bf72-80f674a49b06" providerId="AD" clId="Web-{2840585F-9EB5-EC00-25D4-D42F17DF53C7}" dt="2025-11-21T17:07:35.847" v="77"/>
          <ac:graphicFrameMkLst>
            <pc:docMk/>
            <pc:sldMk cId="2918085833" sldId="328"/>
            <ac:graphicFrameMk id="7" creationId="{0B1B6F5C-34A4-55B2-CCC6-2CF908468A9A}"/>
          </ac:graphicFrameMkLst>
        </pc:graphicFrameChg>
      </pc:sldChg>
      <pc:sldChg chg="modSp">
        <pc:chgData name="Tyler M. Camelot" userId="S::tcamelot@ad.uci.edu::cefacccd-81f7-47a5-bf72-80f674a49b06" providerId="AD" clId="Web-{2840585F-9EB5-EC00-25D4-D42F17DF53C7}" dt="2025-11-21T17:08:24.535" v="85"/>
        <pc:sldMkLst>
          <pc:docMk/>
          <pc:sldMk cId="3216303799" sldId="339"/>
        </pc:sldMkLst>
        <pc:graphicFrameChg chg="mod modGraphic">
          <ac:chgData name="Tyler M. Camelot" userId="S::tcamelot@ad.uci.edu::cefacccd-81f7-47a5-bf72-80f674a49b06" providerId="AD" clId="Web-{2840585F-9EB5-EC00-25D4-D42F17DF53C7}" dt="2025-11-21T17:08:05.972" v="81"/>
          <ac:graphicFrameMkLst>
            <pc:docMk/>
            <pc:sldMk cId="3216303799" sldId="339"/>
            <ac:graphicFrameMk id="4" creationId="{8EB1E3CA-0A0C-8151-1937-3587B3E17084}"/>
          </ac:graphicFrameMkLst>
        </pc:graphicFrameChg>
        <pc:graphicFrameChg chg="mod modGraphic">
          <ac:chgData name="Tyler M. Camelot" userId="S::tcamelot@ad.uci.edu::cefacccd-81f7-47a5-bf72-80f674a49b06" providerId="AD" clId="Web-{2840585F-9EB5-EC00-25D4-D42F17DF53C7}" dt="2025-11-21T17:08:24.535" v="85"/>
          <ac:graphicFrameMkLst>
            <pc:docMk/>
            <pc:sldMk cId="3216303799" sldId="339"/>
            <ac:graphicFrameMk id="5" creationId="{B0CE43D1-C820-C701-EC09-FF5EC47E6D63}"/>
          </ac:graphicFrameMkLst>
        </pc:graphicFrameChg>
      </pc:sldChg>
    </pc:docChg>
  </pc:docChgLst>
  <pc:docChgLst>
    <pc:chgData name="Ilnaz Bagheri" userId="S::bagherii@ad.uci.edu::65a9f2b0-e1dd-4395-9c10-f25cd00e2b1f" providerId="AD" clId="Web-{DD76C4DF-0CDA-7052-634B-1FAC05A630F8}"/>
    <pc:docChg chg="modSld">
      <pc:chgData name="Ilnaz Bagheri" userId="S::bagherii@ad.uci.edu::65a9f2b0-e1dd-4395-9c10-f25cd00e2b1f" providerId="AD" clId="Web-{DD76C4DF-0CDA-7052-634B-1FAC05A630F8}" dt="2025-11-18T22:46:27.928" v="0" actId="1076"/>
      <pc:docMkLst>
        <pc:docMk/>
      </pc:docMkLst>
      <pc:sldChg chg="modSp">
        <pc:chgData name="Ilnaz Bagheri" userId="S::bagherii@ad.uci.edu::65a9f2b0-e1dd-4395-9c10-f25cd00e2b1f" providerId="AD" clId="Web-{DD76C4DF-0CDA-7052-634B-1FAC05A630F8}" dt="2025-11-18T22:46:27.928" v="0" actId="1076"/>
        <pc:sldMkLst>
          <pc:docMk/>
          <pc:sldMk cId="3821980727" sldId="330"/>
        </pc:sldMkLst>
      </pc:sldChg>
    </pc:docChg>
  </pc:docChgLst>
  <pc:docChgLst>
    <pc:chgData name="Yu-Fang Huang" userId="S::yvonnh7@ad.uci.edu::dbe3de0e-b88a-487d-a128-f16c765c680e" providerId="AD" clId="Web-{0DEEC9B3-BC6D-4ED9-3596-FEF7FBDB6F90}"/>
    <pc:docChg chg="modSld">
      <pc:chgData name="Yu-Fang Huang" userId="S::yvonnh7@ad.uci.edu::dbe3de0e-b88a-487d-a128-f16c765c680e" providerId="AD" clId="Web-{0DEEC9B3-BC6D-4ED9-3596-FEF7FBDB6F90}" dt="2025-11-15T01:33:57.316" v="1087"/>
      <pc:docMkLst>
        <pc:docMk/>
      </pc:docMkLst>
      <pc:sldChg chg="modSp">
        <pc:chgData name="Yu-Fang Huang" userId="S::yvonnh7@ad.uci.edu::dbe3de0e-b88a-487d-a128-f16c765c680e" providerId="AD" clId="Web-{0DEEC9B3-BC6D-4ED9-3596-FEF7FBDB6F90}" dt="2025-11-15T01:06:09.572" v="9"/>
        <pc:sldMkLst>
          <pc:docMk/>
          <pc:sldMk cId="2918085833" sldId="328"/>
        </pc:sldMkLst>
        <pc:graphicFrameChg chg="modGraphic">
          <ac:chgData name="Yu-Fang Huang" userId="S::yvonnh7@ad.uci.edu::dbe3de0e-b88a-487d-a128-f16c765c680e" providerId="AD" clId="Web-{0DEEC9B3-BC6D-4ED9-3596-FEF7FBDB6F90}" dt="2025-11-15T01:06:09.572" v="9"/>
          <ac:graphicFrameMkLst>
            <pc:docMk/>
            <pc:sldMk cId="2918085833" sldId="328"/>
            <ac:graphicFrameMk id="7" creationId="{0B1B6F5C-34A4-55B2-CCC6-2CF908468A9A}"/>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8EDFF6-292D-45A4-B084-33D375835DD9}" type="datetimeFigureOut">
              <a:t>11/23/2025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88C0DF-556A-4916-B74A-6B387F54392D}" type="slidenum">
              <a:t>‹#›</a:t>
            </a:fld>
            <a:endParaRPr lang="en-US"/>
          </a:p>
        </p:txBody>
      </p:sp>
    </p:spTree>
    <p:extLst>
      <p:ext uri="{BB962C8B-B14F-4D97-AF65-F5344CB8AC3E}">
        <p14:creationId xmlns:p14="http://schemas.microsoft.com/office/powerpoint/2010/main" val="258094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Ilnaz</a:t>
            </a:r>
            <a:endParaRPr lang="en-US"/>
          </a:p>
        </p:txBody>
      </p:sp>
      <p:sp>
        <p:nvSpPr>
          <p:cNvPr id="4" name="Slide Number Placeholder 3"/>
          <p:cNvSpPr>
            <a:spLocks noGrp="1"/>
          </p:cNvSpPr>
          <p:nvPr>
            <p:ph type="sldNum" sz="quarter" idx="5"/>
          </p:nvPr>
        </p:nvSpPr>
        <p:spPr/>
        <p:txBody>
          <a:bodyPr/>
          <a:lstStyle/>
          <a:p>
            <a:fld id="{9A88C0DF-556A-4916-B74A-6B387F54392D}" type="slidenum">
              <a:rPr lang="en-US" smtClean="0"/>
              <a:t>1</a:t>
            </a:fld>
            <a:endParaRPr lang="en-US"/>
          </a:p>
        </p:txBody>
      </p:sp>
    </p:spTree>
    <p:extLst>
      <p:ext uri="{BB962C8B-B14F-4D97-AF65-F5344CB8AC3E}">
        <p14:creationId xmlns:p14="http://schemas.microsoft.com/office/powerpoint/2010/main" val="2338624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5"/>
        <p:cNvGrpSpPr/>
        <p:nvPr/>
      </p:nvGrpSpPr>
      <p:grpSpPr>
        <a:xfrm>
          <a:off x="0" y="0"/>
          <a:ext cx="0" cy="0"/>
          <a:chOff x="0" y="0"/>
          <a:chExt cx="0" cy="0"/>
        </a:xfrm>
      </p:grpSpPr>
      <p:sp>
        <p:nvSpPr>
          <p:cNvPr id="1416" name="Google Shape;1416;g2a6ca4a4e36_1_1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7" name="Google Shape;1417;g2a6ca4a4e36_1_1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err="1"/>
              <a:t>Ilnaz</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a60a14441f_0_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a60a14441f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err="1"/>
              <a:t>Ilnaz</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Peter</a:t>
            </a:r>
          </a:p>
          <a:p>
            <a:endParaRPr lang="en-US"/>
          </a:p>
          <a:p>
            <a:r>
              <a:rPr lang="en-US"/>
              <a:t>Clustering (K-Means)</a:t>
            </a:r>
          </a:p>
          <a:p>
            <a:r>
              <a:rPr lang="en-US"/>
              <a:t>Identified optimal number of clusters using Elbow Method for data segmentation(where the rate of decrease </a:t>
            </a:r>
            <a:r>
              <a:rPr lang="en-US" b="1"/>
              <a:t>suddenly slows down, </a:t>
            </a:r>
            <a:r>
              <a:rPr lang="en-US" i="1"/>
              <a:t>Increasing k beyond this point yields only marginal improvements.)</a:t>
            </a:r>
            <a:endParaRPr lang="en-US">
              <a:ea typeface="Calibri"/>
              <a:cs typeface="Calibri"/>
            </a:endParaRPr>
          </a:p>
          <a:p>
            <a:r>
              <a:rPr lang="en-US"/>
              <a:t>Built K-Means model to group customers by behavioral similarity</a:t>
            </a:r>
            <a:endParaRPr lang="en-US">
              <a:ea typeface="Calibri"/>
              <a:cs typeface="Calibri"/>
            </a:endParaRPr>
          </a:p>
          <a:p>
            <a:r>
              <a:rPr lang="en-US"/>
              <a:t>Visualized cluster distribution to interpret key user segments and trends</a:t>
            </a:r>
            <a:endParaRPr lang="en-US">
              <a:ea typeface="Calibri"/>
              <a:cs typeface="Calibri"/>
            </a:endParaRPr>
          </a:p>
          <a:p>
            <a:endParaRPr lang="en-US"/>
          </a:p>
          <a:p>
            <a:r>
              <a:rPr lang="en-US">
                <a:ea typeface="Calibri"/>
                <a:cs typeface="Calibri"/>
              </a:rPr>
              <a:t>Clustering: </a:t>
            </a:r>
            <a:endParaRPr lang="en-US"/>
          </a:p>
          <a:p>
            <a:pPr marL="228600" indent="-228600">
              <a:buAutoNum type="arabicPeriod"/>
            </a:pPr>
            <a:r>
              <a:rPr lang="en-US">
                <a:ea typeface="Calibri"/>
                <a:cs typeface="Calibri"/>
              </a:rPr>
              <a:t>Found optimal K of 4 through the elbow method and confirmed this assumption by using the Knee Locator python library</a:t>
            </a:r>
          </a:p>
          <a:p>
            <a:pPr marL="228600" indent="-228600">
              <a:buAutoNum type="arabicPeriod"/>
            </a:pPr>
            <a:r>
              <a:rPr lang="en-US">
                <a:ea typeface="Calibri"/>
                <a:cs typeface="Calibri"/>
              </a:rPr>
              <a:t>Created a K-Means model with four distinct segments each having their own specific attributes</a:t>
            </a:r>
            <a:endParaRPr lang="en-US">
              <a:solidFill>
                <a:srgbClr val="2C2C2C"/>
              </a:solidFill>
              <a:ea typeface="Calibri"/>
              <a:cs typeface="Calibri"/>
            </a:endParaRPr>
          </a:p>
          <a:p>
            <a:pPr marL="228600" indent="-228600">
              <a:buAutoNum type="arabicPeriod"/>
            </a:pPr>
            <a:r>
              <a:rPr lang="en-US">
                <a:solidFill>
                  <a:srgbClr val="2C2C2C"/>
                </a:solidFill>
                <a:ea typeface="Calibri"/>
                <a:cs typeface="Calibri"/>
              </a:rPr>
              <a:t>Cluster</a:t>
            </a:r>
            <a:r>
              <a:rPr lang="en-US">
                <a:solidFill>
                  <a:srgbClr val="2C2C2C"/>
                </a:solidFill>
              </a:rPr>
              <a:t> Distribution: Cluster 1 - 9%, Cluster 2 – 34%, Cluster 3 – 38%, Cluster 4 – 19%</a:t>
            </a:r>
            <a:endParaRPr lang="en-US">
              <a:solidFill>
                <a:srgbClr val="2C2C2C"/>
              </a:solidFill>
              <a:ea typeface="Calibri" panose="020F0502020204030204"/>
              <a:cs typeface="Calibri" panose="020F0502020204030204"/>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9A88C0DF-556A-4916-B74A-6B387F54392D}" type="slidenum">
              <a:rPr lang="en-US" smtClean="0"/>
              <a:t>4</a:t>
            </a:fld>
            <a:endParaRPr lang="en-US"/>
          </a:p>
        </p:txBody>
      </p:sp>
    </p:spTree>
    <p:extLst>
      <p:ext uri="{BB962C8B-B14F-4D97-AF65-F5344CB8AC3E}">
        <p14:creationId xmlns:p14="http://schemas.microsoft.com/office/powerpoint/2010/main" val="3798896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C7D40-FD7E-EAC4-545B-06CAD1C6C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5F9C08-E7A9-185E-D0CA-0F3EE67E1F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7A1248-6F3D-6876-5A9A-DCBA454911B2}"/>
              </a:ext>
            </a:extLst>
          </p:cNvPr>
          <p:cNvSpPr>
            <a:spLocks noGrp="1"/>
          </p:cNvSpPr>
          <p:nvPr>
            <p:ph type="body" idx="1"/>
          </p:nvPr>
        </p:nvSpPr>
        <p:spPr/>
        <p:txBody>
          <a:bodyPr/>
          <a:lstStyle/>
          <a:p>
            <a:r>
              <a:rPr lang="en-US"/>
              <a:t>Peter</a:t>
            </a:r>
          </a:p>
          <a:p>
            <a:endParaRPr lang="en-US"/>
          </a:p>
          <a:p>
            <a:r>
              <a:rPr lang="en-US"/>
              <a:t>Logistic Regression</a:t>
            </a:r>
            <a:endParaRPr lang="en-US">
              <a:ea typeface="Calibri"/>
              <a:cs typeface="Calibri"/>
            </a:endParaRPr>
          </a:p>
          <a:p>
            <a:r>
              <a:rPr lang="en-US"/>
              <a:t>Applied logistic regression to predict categorical features outcome(e.g., purchase likelihood)</a:t>
            </a:r>
            <a:endParaRPr lang="en-US">
              <a:ea typeface="Calibri"/>
              <a:cs typeface="Calibri"/>
            </a:endParaRPr>
          </a:p>
          <a:p>
            <a:r>
              <a:rPr lang="en-US"/>
              <a:t>Evaluated model accuracy and key feature importance for decision insights</a:t>
            </a:r>
          </a:p>
          <a:p>
            <a:endParaRPr lang="en-US"/>
          </a:p>
          <a:p>
            <a:r>
              <a:rPr lang="en-US">
                <a:ea typeface="Calibri"/>
                <a:cs typeface="Calibri"/>
              </a:rPr>
              <a:t>Logistic Regression:</a:t>
            </a:r>
          </a:p>
          <a:p>
            <a:pPr marL="228600" indent="-228600">
              <a:buAutoNum type="arabicPeriod"/>
            </a:pPr>
            <a:r>
              <a:rPr lang="en-US">
                <a:ea typeface="Calibri"/>
                <a:cs typeface="Calibri"/>
              </a:rPr>
              <a:t>We created regression models for each cluster to find the most influential factors (highest weight) that motivate each segment's customers to do reservation on Expedia</a:t>
            </a:r>
          </a:p>
          <a:p>
            <a:pPr marL="228600" indent="-228600">
              <a:buAutoNum type="arabicPeriod"/>
            </a:pPr>
            <a:r>
              <a:rPr lang="en-US">
                <a:ea typeface="Calibri"/>
                <a:cs typeface="Calibri"/>
              </a:rPr>
              <a:t>Our models were able to have an around 59% prediction </a:t>
            </a:r>
            <a:r>
              <a:rPr lang="en-US"/>
              <a:t>accuracy</a:t>
            </a:r>
            <a:r>
              <a:rPr lang="en-US">
                <a:ea typeface="Calibri"/>
                <a:cs typeface="Calibri"/>
              </a:rPr>
              <a:t> of booking status, which is 9% higher than the even probability of randomly guessing.</a:t>
            </a:r>
          </a:p>
          <a:p>
            <a:pPr marL="685800" lvl="1" indent="-228600">
              <a:buFont typeface="Courier New"/>
              <a:buChar char="o"/>
            </a:pPr>
            <a:r>
              <a:rPr lang="en-US">
                <a:ea typeface="Calibri"/>
                <a:cs typeface="Calibri"/>
              </a:rPr>
              <a:t>More specifically, Cluster 1 had a 74% accuracy. Meaning this model generated a strong understanding of what factors lead people to book with Expedia</a:t>
            </a:r>
          </a:p>
          <a:p>
            <a:pPr marL="685800" lvl="1" indent="-228600">
              <a:buFont typeface="Courier New"/>
              <a:buChar char="o"/>
            </a:pPr>
            <a:r>
              <a:rPr lang="en-US">
                <a:ea typeface="Calibri"/>
                <a:cs typeface="Calibri"/>
              </a:rPr>
              <a:t>Cluster 4 had a 62.5% accuracy. This result means that the model was still better than picking at random and created a general understanding of what factors lead people to book with Expedia</a:t>
            </a:r>
          </a:p>
          <a:p>
            <a:pPr marL="685800" lvl="1" indent="-228600">
              <a:buFont typeface="Courier New"/>
              <a:buChar char="o"/>
            </a:pPr>
            <a:r>
              <a:rPr lang="en-US">
                <a:ea typeface="Calibri"/>
                <a:cs typeface="Calibri"/>
              </a:rPr>
              <a:t>Clusters 2 and 3 had weaker accuracy rates at 54.7% and 57.2% respectively. These models were still better than picking at random, but given their weak understanding of what leads customers to book our focus should lead heavily on clusters 1 and 4.</a:t>
            </a:r>
          </a:p>
          <a:p>
            <a:pPr indent="-228600">
              <a:buAutoNum type="arabicPeriod"/>
            </a:pPr>
            <a:r>
              <a:rPr lang="en-US">
                <a:ea typeface="Calibri"/>
                <a:cs typeface="Calibri"/>
              </a:rPr>
              <a:t>The reason behind the differences will be uncovered later, but first, </a:t>
            </a:r>
            <a:r>
              <a:rPr lang="en-US" err="1">
                <a:ea typeface="Calibri"/>
                <a:cs typeface="Calibri"/>
              </a:rPr>
              <a:t>Yvvone</a:t>
            </a:r>
            <a:r>
              <a:rPr lang="en-US">
                <a:ea typeface="Calibri"/>
                <a:cs typeface="Calibri"/>
              </a:rPr>
              <a:t> will take the lead of introducing our detailed findings of each cluster.</a:t>
            </a:r>
          </a:p>
        </p:txBody>
      </p:sp>
      <p:sp>
        <p:nvSpPr>
          <p:cNvPr id="4" name="Slide Number Placeholder 3">
            <a:extLst>
              <a:ext uri="{FF2B5EF4-FFF2-40B4-BE49-F238E27FC236}">
                <a16:creationId xmlns:a16="http://schemas.microsoft.com/office/drawing/2014/main" id="{08F4A35E-E4ED-6C51-B3A3-CD7C2F6FEC37}"/>
              </a:ext>
            </a:extLst>
          </p:cNvPr>
          <p:cNvSpPr>
            <a:spLocks noGrp="1"/>
          </p:cNvSpPr>
          <p:nvPr>
            <p:ph type="sldNum" sz="quarter" idx="5"/>
          </p:nvPr>
        </p:nvSpPr>
        <p:spPr/>
        <p:txBody>
          <a:bodyPr/>
          <a:lstStyle/>
          <a:p>
            <a:fld id="{9A88C0DF-556A-4916-B74A-6B387F54392D}" type="slidenum">
              <a:rPr lang="en-US" smtClean="0"/>
              <a:t>5</a:t>
            </a:fld>
            <a:endParaRPr lang="en-US"/>
          </a:p>
        </p:txBody>
      </p:sp>
    </p:spTree>
    <p:extLst>
      <p:ext uri="{BB962C8B-B14F-4D97-AF65-F5344CB8AC3E}">
        <p14:creationId xmlns:p14="http://schemas.microsoft.com/office/powerpoint/2010/main" val="27000236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a:buNone/>
            </a:pPr>
            <a:r>
              <a:rPr lang="en-US"/>
              <a:t>Yvonne</a:t>
            </a:r>
          </a:p>
          <a:p>
            <a:pPr marL="0" indent="0">
              <a:buFont typeface="Arial"/>
              <a:buNone/>
            </a:pPr>
            <a:endParaRPr lang="en-US"/>
          </a:p>
          <a:p>
            <a:pPr marL="285750" indent="-285750">
              <a:buFont typeface="Arial"/>
              <a:buChar char="•"/>
            </a:pPr>
            <a:r>
              <a:rPr lang="en-US"/>
              <a:t>For Cluster 1, the strongest driver is </a:t>
            </a:r>
            <a:r>
              <a:rPr lang="en-US" err="1"/>
              <a:t>srch_adults_count</a:t>
            </a:r>
            <a:r>
              <a:rPr lang="en-US"/>
              <a:t>. Lower adult counts (1–2) push the prediction more towards booking → this aligns with more solo / couple travel.</a:t>
            </a:r>
          </a:p>
          <a:p>
            <a:pPr marL="285750" indent="-285750">
              <a:buFont typeface="Arial"/>
              <a:buChar char="•"/>
            </a:pPr>
            <a:r>
              <a:rPr lang="en-US" err="1"/>
              <a:t>prop_starrating</a:t>
            </a:r>
            <a:r>
              <a:rPr lang="en-US"/>
              <a:t> is also showing a positive lift. When we see the pink dots (higher stars) shifted slightly to the right, it tells us that for this group they are more likely to convert on higher-star hotels.</a:t>
            </a:r>
            <a:endParaRPr lang="en-US">
              <a:ea typeface="Calibri"/>
              <a:cs typeface="Calibri"/>
            </a:endParaRPr>
          </a:p>
          <a:p>
            <a:pPr marL="285750" indent="-285750">
              <a:buFont typeface="Arial"/>
              <a:buChar char="•"/>
            </a:pPr>
            <a:r>
              <a:rPr lang="en-US">
                <a:ea typeface="Calibri"/>
                <a:cs typeface="Calibri"/>
              </a:rPr>
              <a:t>Overall, this segmentation is characterized mainly by solo travel behavior and preference for short-distance destinations. The travelers tend to stay close to home and typically travel independently.</a:t>
            </a:r>
          </a:p>
          <a:p>
            <a:endParaRPr lang="en-US">
              <a:ea typeface="Calibri"/>
              <a:cs typeface="Calibri"/>
            </a:endParaRPr>
          </a:p>
          <a:p>
            <a:pPr marL="520700" indent="-342900">
              <a:buAutoNum type="arabicPeriod"/>
            </a:pPr>
            <a:r>
              <a:rPr lang="en-US">
                <a:solidFill>
                  <a:srgbClr val="2C2C2C"/>
                </a:solidFill>
              </a:rPr>
              <a:t>Lower adult counts show strong influence </a:t>
            </a:r>
            <a:r>
              <a:rPr lang="en-US">
                <a:solidFill>
                  <a:srgbClr val="2C2C2C"/>
                </a:solidFill>
                <a:sym typeface="Wingdings" panose="05000000000000000000" pitchFamily="2" charset="2"/>
              </a:rPr>
              <a:t> </a:t>
            </a:r>
            <a:r>
              <a:rPr lang="en-US">
                <a:solidFill>
                  <a:srgbClr val="2C2C2C"/>
                </a:solidFill>
              </a:rPr>
              <a:t>Tend to be 1-2 people trips (Solo travelers)</a:t>
            </a:r>
            <a:endParaRPr lang="en-US">
              <a:solidFill>
                <a:srgbClr val="2C2C2C"/>
              </a:solidFill>
              <a:ea typeface="Calibri"/>
              <a:cs typeface="Calibri"/>
            </a:endParaRPr>
          </a:p>
          <a:p>
            <a:pPr marL="520700" indent="-342900">
              <a:buAutoNum type="arabicPeriod"/>
            </a:pPr>
            <a:r>
              <a:rPr lang="en-US">
                <a:solidFill>
                  <a:srgbClr val="2C2C2C"/>
                </a:solidFill>
              </a:rPr>
              <a:t>Destination distance has little influence </a:t>
            </a:r>
            <a:r>
              <a:rPr lang="en-US">
                <a:solidFill>
                  <a:srgbClr val="2C2C2C"/>
                </a:solidFill>
                <a:sym typeface="Wingdings" panose="05000000000000000000" pitchFamily="2" charset="2"/>
              </a:rPr>
              <a:t> </a:t>
            </a:r>
            <a:r>
              <a:rPr lang="en-US">
                <a:solidFill>
                  <a:srgbClr val="2C2C2C"/>
                </a:solidFill>
              </a:rPr>
              <a:t>They do not travel far</a:t>
            </a:r>
            <a:endParaRPr lang="en-US">
              <a:solidFill>
                <a:srgbClr val="2C2C2C"/>
              </a:solidFill>
              <a:ea typeface="Calibri"/>
              <a:cs typeface="Calibri"/>
            </a:endParaRPr>
          </a:p>
          <a:p>
            <a:pPr marL="520700" indent="-342900">
              <a:buAutoNum type="arabicPeriod"/>
            </a:pPr>
            <a:r>
              <a:rPr lang="en-US">
                <a:solidFill>
                  <a:srgbClr val="2C2C2C"/>
                </a:solidFill>
              </a:rPr>
              <a:t>Higher star rating have positive impact </a:t>
            </a:r>
            <a:r>
              <a:rPr lang="en-US">
                <a:solidFill>
                  <a:srgbClr val="2C2C2C"/>
                </a:solidFill>
                <a:sym typeface="Wingdings" panose="05000000000000000000" pitchFamily="2" charset="2"/>
              </a:rPr>
              <a:t> </a:t>
            </a:r>
            <a:r>
              <a:rPr lang="en-US">
                <a:solidFill>
                  <a:srgbClr val="2C2C2C"/>
                </a:solidFill>
              </a:rPr>
              <a:t>More likely to book when the hotel has higher stars.</a:t>
            </a:r>
            <a:endParaRPr lang="en-US">
              <a:solidFill>
                <a:srgbClr val="2C2C2C"/>
              </a:solidFill>
              <a:ea typeface="Calibri"/>
              <a:cs typeface="Calibri"/>
            </a:endParaRPr>
          </a:p>
        </p:txBody>
      </p:sp>
      <p:sp>
        <p:nvSpPr>
          <p:cNvPr id="4" name="Slide Number Placeholder 3"/>
          <p:cNvSpPr>
            <a:spLocks noGrp="1"/>
          </p:cNvSpPr>
          <p:nvPr>
            <p:ph type="sldNum" sz="quarter" idx="5"/>
          </p:nvPr>
        </p:nvSpPr>
        <p:spPr/>
        <p:txBody>
          <a:bodyPr/>
          <a:lstStyle/>
          <a:p>
            <a:fld id="{9A88C0DF-556A-4916-B74A-6B387F54392D}" type="slidenum">
              <a:rPr lang="en-US" smtClean="0"/>
              <a:t>6</a:t>
            </a:fld>
            <a:endParaRPr lang="en-US"/>
          </a:p>
        </p:txBody>
      </p:sp>
    </p:spTree>
    <p:extLst>
      <p:ext uri="{BB962C8B-B14F-4D97-AF65-F5344CB8AC3E}">
        <p14:creationId xmlns:p14="http://schemas.microsoft.com/office/powerpoint/2010/main" val="7676280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A1EC6-AE0D-736D-549F-0E3337A84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D198A8-DDD1-F980-0F9A-EE45622C7F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70ECA2-FFBE-2C33-DDD3-C68B4D66F7A7}"/>
              </a:ext>
            </a:extLst>
          </p:cNvPr>
          <p:cNvSpPr>
            <a:spLocks noGrp="1"/>
          </p:cNvSpPr>
          <p:nvPr>
            <p:ph type="body" idx="1"/>
          </p:nvPr>
        </p:nvSpPr>
        <p:spPr/>
        <p:txBody>
          <a:bodyPr/>
          <a:lstStyle/>
          <a:p>
            <a:pPr marL="0" indent="0">
              <a:buFont typeface="Arial"/>
              <a:buNone/>
            </a:pPr>
            <a:r>
              <a:rPr lang="en-US">
                <a:solidFill>
                  <a:srgbClr val="2C2C2C"/>
                </a:solidFill>
              </a:rPr>
              <a:t>Yvonne</a:t>
            </a:r>
          </a:p>
          <a:p>
            <a:pPr marL="0" indent="0">
              <a:buFont typeface="Arial"/>
              <a:buNone/>
            </a:pPr>
            <a:endParaRPr lang="en-US">
              <a:solidFill>
                <a:srgbClr val="2C2C2C"/>
              </a:solidFill>
            </a:endParaRPr>
          </a:p>
          <a:p>
            <a:pPr marL="171450" indent="-171450">
              <a:buFont typeface="Arial"/>
              <a:buChar char="•"/>
            </a:pPr>
            <a:r>
              <a:rPr lang="en-US">
                <a:solidFill>
                  <a:srgbClr val="2C2C2C"/>
                </a:solidFill>
              </a:rPr>
              <a:t>For the second cluster, the strongest driver is price. It has a large negative coefficient which indicate that travelers in this segment are highly price-sensitive when booking a hotel.</a:t>
            </a:r>
          </a:p>
          <a:p>
            <a:pPr marL="171450" indent="-171450">
              <a:buFont typeface="Arial"/>
              <a:buChar char="•"/>
            </a:pPr>
            <a:r>
              <a:rPr lang="en-US">
                <a:solidFill>
                  <a:srgbClr val="2C2C2C"/>
                </a:solidFill>
                <a:ea typeface="Calibri"/>
                <a:cs typeface="Calibri"/>
              </a:rPr>
              <a:t>Travelers are least concerned about the review score, </a:t>
            </a:r>
            <a:r>
              <a:rPr lang="en-US">
                <a:solidFill>
                  <a:srgbClr val="2C2C2C"/>
                </a:solidFill>
              </a:rPr>
              <a:t>meaning that they do not place much weight on quality ratings when making their booking decisions.</a:t>
            </a:r>
          </a:p>
          <a:p>
            <a:pPr marL="171450" indent="-171450">
              <a:buFont typeface="Arial"/>
              <a:buChar char="•"/>
            </a:pPr>
            <a:r>
              <a:rPr lang="en-US">
                <a:solidFill>
                  <a:srgbClr val="2C2C2C"/>
                </a:solidFill>
                <a:ea typeface="Calibri"/>
                <a:cs typeface="Calibri"/>
              </a:rPr>
              <a:t>Overall, </a:t>
            </a:r>
            <a:r>
              <a:rPr lang="en-US">
                <a:solidFill>
                  <a:srgbClr val="000000"/>
                </a:solidFill>
                <a:ea typeface="Calibri"/>
                <a:cs typeface="Calibri"/>
              </a:rPr>
              <a:t>this </a:t>
            </a:r>
            <a:r>
              <a:rPr lang="en-US">
                <a:solidFill>
                  <a:srgbClr val="000000"/>
                </a:solidFill>
              </a:rPr>
              <a:t>segmentation is characterized mainly by strong price sensitivity and minimal reliance on quality signals.</a:t>
            </a:r>
          </a:p>
        </p:txBody>
      </p:sp>
      <p:sp>
        <p:nvSpPr>
          <p:cNvPr id="4" name="Slide Number Placeholder 3">
            <a:extLst>
              <a:ext uri="{FF2B5EF4-FFF2-40B4-BE49-F238E27FC236}">
                <a16:creationId xmlns:a16="http://schemas.microsoft.com/office/drawing/2014/main" id="{25243653-F5B9-4979-2A33-D28883F947BD}"/>
              </a:ext>
            </a:extLst>
          </p:cNvPr>
          <p:cNvSpPr>
            <a:spLocks noGrp="1"/>
          </p:cNvSpPr>
          <p:nvPr>
            <p:ph type="sldNum" sz="quarter" idx="5"/>
          </p:nvPr>
        </p:nvSpPr>
        <p:spPr/>
        <p:txBody>
          <a:bodyPr/>
          <a:lstStyle/>
          <a:p>
            <a:fld id="{9A88C0DF-556A-4916-B74A-6B387F54392D}" type="slidenum">
              <a:rPr lang="en-US" smtClean="0"/>
              <a:t>7</a:t>
            </a:fld>
            <a:endParaRPr lang="en-US"/>
          </a:p>
        </p:txBody>
      </p:sp>
    </p:spTree>
    <p:extLst>
      <p:ext uri="{BB962C8B-B14F-4D97-AF65-F5344CB8AC3E}">
        <p14:creationId xmlns:p14="http://schemas.microsoft.com/office/powerpoint/2010/main" val="33604061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7F1F3-1167-F9AF-0A45-DE5AE4248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93504D-D5FC-D1F1-2043-C72CE2AF6C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E50804-771B-1F17-3826-CE717E6B7047}"/>
              </a:ext>
            </a:extLst>
          </p:cNvPr>
          <p:cNvSpPr>
            <a:spLocks noGrp="1"/>
          </p:cNvSpPr>
          <p:nvPr>
            <p:ph type="body" idx="1"/>
          </p:nvPr>
        </p:nvSpPr>
        <p:spPr/>
        <p:txBody>
          <a:bodyPr/>
          <a:lstStyle/>
          <a:p>
            <a:pPr marL="0" indent="0">
              <a:buFont typeface="Arial"/>
              <a:buNone/>
            </a:pPr>
            <a:r>
              <a:rPr lang="en-US"/>
              <a:t>Lasya</a:t>
            </a:r>
          </a:p>
        </p:txBody>
      </p:sp>
      <p:sp>
        <p:nvSpPr>
          <p:cNvPr id="4" name="Slide Number Placeholder 3">
            <a:extLst>
              <a:ext uri="{FF2B5EF4-FFF2-40B4-BE49-F238E27FC236}">
                <a16:creationId xmlns:a16="http://schemas.microsoft.com/office/drawing/2014/main" id="{CAE33C8B-57D9-CB70-09EF-106143B4041B}"/>
              </a:ext>
            </a:extLst>
          </p:cNvPr>
          <p:cNvSpPr>
            <a:spLocks noGrp="1"/>
          </p:cNvSpPr>
          <p:nvPr>
            <p:ph type="sldNum" sz="quarter" idx="5"/>
          </p:nvPr>
        </p:nvSpPr>
        <p:spPr/>
        <p:txBody>
          <a:bodyPr/>
          <a:lstStyle/>
          <a:p>
            <a:fld id="{9A88C0DF-556A-4916-B74A-6B387F54392D}" type="slidenum">
              <a:rPr lang="en-US" smtClean="0"/>
              <a:t>8</a:t>
            </a:fld>
            <a:endParaRPr lang="en-US"/>
          </a:p>
        </p:txBody>
      </p:sp>
    </p:spTree>
    <p:extLst>
      <p:ext uri="{BB962C8B-B14F-4D97-AF65-F5344CB8AC3E}">
        <p14:creationId xmlns:p14="http://schemas.microsoft.com/office/powerpoint/2010/main" val="6487444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B7D39-AB7B-5384-9E68-B9EE8F57F9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64C9E5-DCF7-2D17-3CE7-E6931A56FA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AC49F4-3B59-DBEC-5392-ECB86691C360}"/>
              </a:ext>
            </a:extLst>
          </p:cNvPr>
          <p:cNvSpPr>
            <a:spLocks noGrp="1"/>
          </p:cNvSpPr>
          <p:nvPr>
            <p:ph type="body" idx="1"/>
          </p:nvPr>
        </p:nvSpPr>
        <p:spPr/>
        <p:txBody>
          <a:bodyPr/>
          <a:lstStyle/>
          <a:p>
            <a:pPr marL="0" indent="0">
              <a:buFont typeface="Arial"/>
              <a:buNone/>
            </a:pPr>
            <a:r>
              <a:rPr lang="en-US">
                <a:solidFill>
                  <a:srgbClr val="2C2C2C"/>
                </a:solidFill>
                <a:ea typeface="Calibri"/>
                <a:cs typeface="Calibri"/>
              </a:rPr>
              <a:t>Lasya</a:t>
            </a:r>
          </a:p>
        </p:txBody>
      </p:sp>
      <p:sp>
        <p:nvSpPr>
          <p:cNvPr id="4" name="Slide Number Placeholder 3">
            <a:extLst>
              <a:ext uri="{FF2B5EF4-FFF2-40B4-BE49-F238E27FC236}">
                <a16:creationId xmlns:a16="http://schemas.microsoft.com/office/drawing/2014/main" id="{963B202C-78DC-0EED-7073-C79199695345}"/>
              </a:ext>
            </a:extLst>
          </p:cNvPr>
          <p:cNvSpPr>
            <a:spLocks noGrp="1"/>
          </p:cNvSpPr>
          <p:nvPr>
            <p:ph type="sldNum" sz="quarter" idx="5"/>
          </p:nvPr>
        </p:nvSpPr>
        <p:spPr/>
        <p:txBody>
          <a:bodyPr/>
          <a:lstStyle/>
          <a:p>
            <a:fld id="{9A88C0DF-556A-4916-B74A-6B387F54392D}" type="slidenum">
              <a:rPr lang="en-US" smtClean="0"/>
              <a:t>9</a:t>
            </a:fld>
            <a:endParaRPr lang="en-US"/>
          </a:p>
        </p:txBody>
      </p:sp>
    </p:spTree>
    <p:extLst>
      <p:ext uri="{BB962C8B-B14F-4D97-AF65-F5344CB8AC3E}">
        <p14:creationId xmlns:p14="http://schemas.microsoft.com/office/powerpoint/2010/main" val="28090042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u="none">
                <a:ea typeface="Calibri"/>
                <a:cs typeface="Calibri"/>
              </a:rPr>
              <a:t>Tyler</a:t>
            </a:r>
          </a:p>
          <a:p>
            <a:endParaRPr lang="en-US" i="0" u="none">
              <a:ea typeface="Calibri"/>
              <a:cs typeface="Calibri"/>
            </a:endParaRPr>
          </a:p>
          <a:p>
            <a:r>
              <a:rPr lang="en-US" i="1" u="sng">
                <a:ea typeface="Calibri"/>
                <a:cs typeface="Calibri"/>
              </a:rPr>
              <a:t>Solo Travel Opportunities:</a:t>
            </a:r>
          </a:p>
          <a:p>
            <a:r>
              <a:rPr lang="en-US" b="1"/>
              <a:t>Single-Traveler Rates:</a:t>
            </a:r>
            <a:r>
              <a:rPr lang="en-US"/>
              <a:t> “No single-supplement” pricing for 1-person stays.</a:t>
            </a:r>
            <a:endParaRPr lang="en-US">
              <a:ea typeface="Calibri" panose="020F0502020204030204"/>
              <a:cs typeface="Calibri" panose="020F0502020204030204"/>
            </a:endParaRPr>
          </a:p>
          <a:p>
            <a:r>
              <a:rPr lang="en-US" b="1"/>
              <a:t>Loyalty Instant Rewards:</a:t>
            </a:r>
            <a:r>
              <a:rPr lang="en-US"/>
              <a:t> “Book now, earn free late checkout on your next solo trip.”</a:t>
            </a:r>
            <a:endParaRPr lang="en-US">
              <a:ea typeface="Calibri" panose="020F0502020204030204"/>
              <a:cs typeface="Calibri" panose="020F0502020204030204"/>
            </a:endParaRPr>
          </a:p>
          <a:p>
            <a:r>
              <a:rPr lang="en-US" b="1">
                <a:ea typeface="Calibri"/>
                <a:cs typeface="Calibri"/>
              </a:rPr>
              <a:t>Curated Single Traveler Itineraries</a:t>
            </a:r>
          </a:p>
          <a:p>
            <a:r>
              <a:rPr lang="en-US" i="1" u="sng">
                <a:ea typeface="Calibri"/>
                <a:cs typeface="Calibri"/>
              </a:rPr>
              <a:t>Adult-Centric Experiences: </a:t>
            </a:r>
            <a:endParaRPr lang="en-US"/>
          </a:p>
          <a:p>
            <a:r>
              <a:rPr lang="en-US" b="1"/>
              <a:t>Couples Getaway Packages:</a:t>
            </a:r>
            <a:r>
              <a:rPr lang="en-US"/>
              <a:t> Include spa credits, champagne, and private dining.</a:t>
            </a:r>
            <a:endParaRPr lang="en-US">
              <a:ea typeface="Calibri" panose="020F0502020204030204"/>
              <a:cs typeface="Calibri" panose="020F0502020204030204"/>
            </a:endParaRPr>
          </a:p>
          <a:p>
            <a:r>
              <a:rPr lang="en-US" b="1"/>
              <a:t>Wellness Retreats:</a:t>
            </a:r>
            <a:r>
              <a:rPr lang="en-US"/>
              <a:t> Market yoga, meditation, or fitness weekends for rejuvenation.</a:t>
            </a:r>
            <a:endParaRPr lang="en-US">
              <a:ea typeface="Calibri" panose="020F0502020204030204"/>
              <a:cs typeface="Calibri" panose="020F0502020204030204"/>
            </a:endParaRPr>
          </a:p>
          <a:p>
            <a:r>
              <a:rPr lang="en-US" b="1"/>
              <a:t>Cultural Immersion Offers:</a:t>
            </a:r>
            <a:r>
              <a:rPr lang="en-US"/>
              <a:t> Pair stays with local winery tours, art exhibits, or concerts.</a:t>
            </a:r>
            <a:endParaRPr lang="en-US">
              <a:ea typeface="Calibri" panose="020F0502020204030204"/>
              <a:cs typeface="Calibri" panose="020F0502020204030204"/>
            </a:endParaRPr>
          </a:p>
          <a:p>
            <a:r>
              <a:rPr lang="en-US" b="1"/>
              <a:t>Weekend Escapes:</a:t>
            </a:r>
            <a:r>
              <a:rPr lang="en-US"/>
              <a:t> “Two-Night Escape” bundles for spontaneous short trips.</a:t>
            </a:r>
            <a:endParaRPr lang="en-US">
              <a:ea typeface="Calibri"/>
              <a:cs typeface="Calibri"/>
            </a:endParaRPr>
          </a:p>
          <a:p>
            <a:r>
              <a:rPr lang="en-US" i="1" u="sng">
                <a:ea typeface="Calibri"/>
                <a:cs typeface="Calibri"/>
              </a:rPr>
              <a:t>Budget Deals:</a:t>
            </a:r>
            <a:endParaRPr lang="en-US">
              <a:ea typeface="Calibri"/>
              <a:cs typeface="Calibri"/>
            </a:endParaRPr>
          </a:p>
          <a:p>
            <a:r>
              <a:rPr lang="en-US" b="1"/>
              <a:t>Room + Breakfast Bundle</a:t>
            </a:r>
            <a:endParaRPr lang="en-US" b="1">
              <a:ea typeface="Calibri"/>
              <a:cs typeface="Calibri"/>
            </a:endParaRPr>
          </a:p>
          <a:p>
            <a:r>
              <a:rPr lang="en-US" b="1"/>
              <a:t>Stay 2 nights, get the 3rd free</a:t>
            </a:r>
            <a:endParaRPr lang="en-US" b="1">
              <a:ea typeface="Calibri"/>
              <a:cs typeface="Calibri"/>
            </a:endParaRPr>
          </a:p>
          <a:p>
            <a:r>
              <a:rPr lang="en-US" b="1"/>
              <a:t>Advance-booking savings:</a:t>
            </a:r>
            <a:r>
              <a:rPr lang="en-US"/>
              <a:t> “Book 30 days early, save 25%.”</a:t>
            </a:r>
            <a:endParaRPr lang="en-US">
              <a:ea typeface="Calibri"/>
              <a:cs typeface="Calibri"/>
            </a:endParaRPr>
          </a:p>
          <a:p>
            <a:r>
              <a:rPr lang="en-US" i="1" u="sng">
                <a:ea typeface="Calibri"/>
                <a:cs typeface="Calibri"/>
              </a:rPr>
              <a:t>Group Activity Packages:</a:t>
            </a:r>
            <a:endParaRPr lang="en-US">
              <a:ea typeface="Calibri"/>
              <a:cs typeface="Calibri"/>
            </a:endParaRPr>
          </a:p>
          <a:p>
            <a:r>
              <a:rPr lang="en-US" b="1"/>
              <a:t>All-Inclusive Family Bundles:</a:t>
            </a:r>
            <a:r>
              <a:rPr lang="en-US"/>
              <a:t> “Meals, rooms, and fun—no planning needed.”</a:t>
            </a:r>
            <a:endParaRPr lang="en-US">
              <a:ea typeface="Calibri" panose="020F0502020204030204"/>
              <a:cs typeface="Calibri" panose="020F0502020204030204"/>
            </a:endParaRPr>
          </a:p>
          <a:p>
            <a:r>
              <a:rPr lang="en-US" b="1"/>
              <a:t>Family Adventure Packages:</a:t>
            </a:r>
            <a:r>
              <a:rPr lang="en-US"/>
              <a:t> Combine stay + tickets to local attractions (theme parks, zoos, museums).</a:t>
            </a:r>
            <a:endParaRPr lang="en-US">
              <a:ea typeface="Calibri" panose="020F0502020204030204"/>
              <a:cs typeface="Calibri" panose="020F0502020204030204"/>
            </a:endParaRPr>
          </a:p>
          <a:p>
            <a:r>
              <a:rPr lang="en-US" b="1"/>
              <a:t>Multi-Room Discounts:</a:t>
            </a:r>
            <a:r>
              <a:rPr lang="en-US"/>
              <a:t> “Book 2+ rooms and save 15%.”</a:t>
            </a:r>
            <a:endParaRPr lang="en-US">
              <a:ea typeface="Calibri" panose="020F0502020204030204"/>
              <a:cs typeface="Calibri" panose="020F0502020204030204"/>
            </a:endParaRPr>
          </a:p>
          <a:p>
            <a:r>
              <a:rPr lang="en-US" b="1"/>
              <a:t>Kids-Stay-Free Offers:</a:t>
            </a:r>
            <a:r>
              <a:rPr lang="en-US"/>
              <a:t> “Kids stay and eat free with every adult booking.”</a:t>
            </a:r>
            <a:endParaRPr lang="en-US">
              <a:ea typeface="Calibri"/>
              <a:cs typeface="Calibri"/>
            </a:endParaRPr>
          </a:p>
          <a:p>
            <a:endParaRPr lang="en-US">
              <a:ea typeface="Calibri"/>
              <a:cs typeface="Calibri"/>
            </a:endParaRPr>
          </a:p>
          <a:p>
            <a:endParaRPr lang="en-US" b="1">
              <a:ea typeface="Calibri"/>
              <a:cs typeface="Calibri"/>
            </a:endParaRPr>
          </a:p>
          <a:p>
            <a:endParaRPr lang="en-US" b="1">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9A88C0DF-556A-4916-B74A-6B387F54392D}" type="slidenum">
              <a:rPr lang="en-US"/>
              <a:t>10</a:t>
            </a:fld>
            <a:endParaRPr lang="en-US"/>
          </a:p>
        </p:txBody>
      </p:sp>
    </p:spTree>
    <p:extLst>
      <p:ext uri="{BB962C8B-B14F-4D97-AF65-F5344CB8AC3E}">
        <p14:creationId xmlns:p14="http://schemas.microsoft.com/office/powerpoint/2010/main" val="34824888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E1579-CC95-ADBF-D729-BA7DF3C19C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41EBA2-C542-4D72-746B-10E406DE7D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1EE315-881B-8B00-5B20-2A886B986A62}"/>
              </a:ext>
            </a:extLst>
          </p:cNvPr>
          <p:cNvSpPr>
            <a:spLocks noGrp="1"/>
          </p:cNvSpPr>
          <p:nvPr>
            <p:ph type="body" idx="1"/>
          </p:nvPr>
        </p:nvSpPr>
        <p:spPr/>
        <p:txBody>
          <a:bodyPr/>
          <a:lstStyle/>
          <a:p>
            <a:r>
              <a:rPr lang="en-US" i="0" u="none">
                <a:ea typeface="Calibri"/>
                <a:cs typeface="Calibri"/>
              </a:rPr>
              <a:t>Tyler</a:t>
            </a:r>
          </a:p>
          <a:p>
            <a:endParaRPr lang="en-US" b="1">
              <a:ea typeface="Calibri"/>
              <a:cs typeface="Calibri"/>
            </a:endParaRPr>
          </a:p>
          <a:p>
            <a:r>
              <a:rPr lang="en-US">
                <a:ea typeface="Calibri"/>
                <a:cs typeface="Calibri"/>
              </a:rPr>
              <a:t>Implement Individualized Booking Opportunities</a:t>
            </a:r>
          </a:p>
          <a:p>
            <a:r>
              <a:rPr lang="en-US">
                <a:ea typeface="Calibri"/>
                <a:cs typeface="Calibri"/>
              </a:rPr>
              <a:t>Segment 1: Solo Travel Opportunities – Late checkout benefits and curated itineraries should increase platform engagement and trip-planning amongst independent travelers </a:t>
            </a:r>
          </a:p>
          <a:p>
            <a:r>
              <a:rPr lang="en-US">
                <a:ea typeface="Calibri"/>
                <a:cs typeface="Calibri"/>
              </a:rPr>
              <a:t>Segment 2: </a:t>
            </a:r>
            <a:r>
              <a:rPr lang="en-US"/>
              <a:t>Adult-Centric Experiences – We expect advertising luxury weekend escapes, couple's getaway packages, wellness retreats and more will increase average order values amongst the luxury-leaning audience.</a:t>
            </a:r>
            <a:endParaRPr lang="en-US">
              <a:ea typeface="Calibri"/>
              <a:cs typeface="Calibri"/>
            </a:endParaRPr>
          </a:p>
          <a:p>
            <a:r>
              <a:rPr lang="en-US">
                <a:ea typeface="Calibri"/>
                <a:cs typeface="Calibri"/>
              </a:rPr>
              <a:t>Segment 3: </a:t>
            </a:r>
            <a:r>
              <a:rPr lang="en-US"/>
              <a:t>Budget Friendly Deals – By offering advanced booking benefits and bundles we believe interest and retention should increase amongst the value-focused customers</a:t>
            </a:r>
            <a:endParaRPr lang="en-US">
              <a:ea typeface="Calibri"/>
              <a:cs typeface="Calibri"/>
            </a:endParaRPr>
          </a:p>
          <a:p>
            <a:r>
              <a:rPr lang="en-US">
                <a:ea typeface="Calibri"/>
                <a:cs typeface="Calibri"/>
              </a:rPr>
              <a:t>Segment 4: Group Activity Packages – By encouraging all-inclusive family bundles and adventure packages we expect that cross-selling profit should increase.</a:t>
            </a:r>
          </a:p>
          <a:p>
            <a:endParaRPr lang="en-US">
              <a:ea typeface="Calibri"/>
              <a:cs typeface="Calibri"/>
            </a:endParaRPr>
          </a:p>
          <a:p>
            <a:r>
              <a:rPr lang="en-US">
                <a:ea typeface="Calibri"/>
                <a:cs typeface="Calibri"/>
              </a:rPr>
              <a:t>Advertise Personalized Hotel Listings</a:t>
            </a:r>
          </a:p>
          <a:p>
            <a:r>
              <a:rPr lang="en-US">
                <a:ea typeface="Calibri"/>
                <a:cs typeface="Calibri"/>
              </a:rPr>
              <a:t>Segment 1: Local Hotels – By promoting local hotels we expect this groups booking tendencies to increase and to build stronger business to business relationships with local hotel brands.</a:t>
            </a:r>
          </a:p>
          <a:p>
            <a:r>
              <a:rPr lang="en-US">
                <a:ea typeface="Calibri"/>
                <a:cs typeface="Calibri"/>
              </a:rPr>
              <a:t>Segment 2: </a:t>
            </a:r>
            <a:r>
              <a:rPr lang="en-US"/>
              <a:t>Luxury Hotels – Investing in luxury hotel promotions should lead to a higher conversion rate for expensive, and highly profitable hotels</a:t>
            </a:r>
          </a:p>
          <a:p>
            <a:r>
              <a:rPr lang="en-US">
                <a:ea typeface="Calibri"/>
                <a:cs typeface="Calibri"/>
              </a:rPr>
              <a:t>Segment 3: </a:t>
            </a:r>
            <a:r>
              <a:rPr lang="en-US"/>
              <a:t>Affordable Hotels – Advertising affordable opportunities will give this target audience more options for vacations and increase sales for less frequently booked hotels</a:t>
            </a:r>
            <a:endParaRPr lang="en-US">
              <a:ea typeface="Calibri"/>
              <a:cs typeface="Calibri"/>
            </a:endParaRPr>
          </a:p>
          <a:p>
            <a:r>
              <a:rPr lang="en-US">
                <a:ea typeface="Calibri"/>
                <a:cs typeface="Calibri"/>
              </a:rPr>
              <a:t>Segment 4: Family Friendly Hotels – With catered promotions for multi-room deals, we expect an increase in profitability for larger group vacations with children to resorts that will cater to their needs.</a:t>
            </a:r>
          </a:p>
        </p:txBody>
      </p:sp>
      <p:sp>
        <p:nvSpPr>
          <p:cNvPr id="4" name="Slide Number Placeholder 3">
            <a:extLst>
              <a:ext uri="{FF2B5EF4-FFF2-40B4-BE49-F238E27FC236}">
                <a16:creationId xmlns:a16="http://schemas.microsoft.com/office/drawing/2014/main" id="{4393D96D-1A38-7CF4-C551-806E2E0E4DF1}"/>
              </a:ext>
            </a:extLst>
          </p:cNvPr>
          <p:cNvSpPr>
            <a:spLocks noGrp="1"/>
          </p:cNvSpPr>
          <p:nvPr>
            <p:ph type="sldNum" sz="quarter" idx="5"/>
          </p:nvPr>
        </p:nvSpPr>
        <p:spPr/>
        <p:txBody>
          <a:bodyPr/>
          <a:lstStyle/>
          <a:p>
            <a:fld id="{9A88C0DF-556A-4916-B74A-6B387F54392D}" type="slidenum">
              <a:rPr lang="en-US"/>
              <a:t>11</a:t>
            </a:fld>
            <a:endParaRPr lang="en-US"/>
          </a:p>
        </p:txBody>
      </p:sp>
    </p:spTree>
    <p:extLst>
      <p:ext uri="{BB962C8B-B14F-4D97-AF65-F5344CB8AC3E}">
        <p14:creationId xmlns:p14="http://schemas.microsoft.com/office/powerpoint/2010/main" val="28612351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From Elevate Travel Consulting, we thank you for taking the time to listen to our pitch on how Expedia can increase booking frequency and subsequently profit margins. By implementing these marketing strategies we expect positive outcomes for both the company and customers alike.</a:t>
            </a:r>
          </a:p>
        </p:txBody>
      </p:sp>
      <p:sp>
        <p:nvSpPr>
          <p:cNvPr id="4" name="Slide Number Placeholder 3"/>
          <p:cNvSpPr>
            <a:spLocks noGrp="1"/>
          </p:cNvSpPr>
          <p:nvPr>
            <p:ph type="sldNum" sz="quarter" idx="5"/>
          </p:nvPr>
        </p:nvSpPr>
        <p:spPr/>
        <p:txBody>
          <a:bodyPr/>
          <a:lstStyle/>
          <a:p>
            <a:fld id="{9A88C0DF-556A-4916-B74A-6B387F54392D}" type="slidenum">
              <a:rPr lang="en-US"/>
              <a:t>12</a:t>
            </a:fld>
            <a:endParaRPr lang="en-US"/>
          </a:p>
        </p:txBody>
      </p:sp>
    </p:spTree>
    <p:extLst>
      <p:ext uri="{BB962C8B-B14F-4D97-AF65-F5344CB8AC3E}">
        <p14:creationId xmlns:p14="http://schemas.microsoft.com/office/powerpoint/2010/main" val="6625527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32000"/>
          </a:blip>
          <a:stretch>
            <a:fillRect/>
          </a:stretch>
        </p:blipFill>
        <p:spPr>
          <a:xfrm>
            <a:off x="0" y="0"/>
            <a:ext cx="12192000" cy="6858000"/>
          </a:xfrm>
          <a:prstGeom prst="rect">
            <a:avLst/>
          </a:prstGeom>
          <a:noFill/>
          <a:ln>
            <a:noFill/>
          </a:ln>
        </p:spPr>
      </p:pic>
      <p:sp>
        <p:nvSpPr>
          <p:cNvPr id="10" name="Google Shape;10;p2"/>
          <p:cNvSpPr/>
          <p:nvPr/>
        </p:nvSpPr>
        <p:spPr>
          <a:xfrm>
            <a:off x="184000" y="141200"/>
            <a:ext cx="11824000" cy="6575600"/>
          </a:xfrm>
          <a:prstGeom prst="rect">
            <a:avLst/>
          </a:prstGeom>
          <a:solidFill>
            <a:srgbClr val="FFF9F5">
              <a:alpha val="86790"/>
            </a:srgbClr>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p>
        </p:txBody>
      </p:sp>
      <p:sp>
        <p:nvSpPr>
          <p:cNvPr id="11" name="Google Shape;11;p2"/>
          <p:cNvSpPr txBox="1">
            <a:spLocks noGrp="1"/>
          </p:cNvSpPr>
          <p:nvPr>
            <p:ph type="ctrTitle"/>
          </p:nvPr>
        </p:nvSpPr>
        <p:spPr>
          <a:xfrm>
            <a:off x="2203400" y="2512417"/>
            <a:ext cx="7785200" cy="14384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8000">
                <a:latin typeface="Koulen"/>
                <a:ea typeface="Koulen"/>
                <a:cs typeface="Koulen"/>
                <a:sym typeface="Koulen"/>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2" name="Google Shape;12;p2"/>
          <p:cNvSpPr txBox="1">
            <a:spLocks noGrp="1"/>
          </p:cNvSpPr>
          <p:nvPr>
            <p:ph type="subTitle" idx="1"/>
          </p:nvPr>
        </p:nvSpPr>
        <p:spPr>
          <a:xfrm>
            <a:off x="2203400" y="3796784"/>
            <a:ext cx="7785200" cy="548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solidFill>
                  <a:srgbClr val="222222"/>
                </a:solidFill>
                <a:latin typeface="Arimo"/>
                <a:ea typeface="Arimo"/>
                <a:cs typeface="Arimo"/>
                <a:sym typeface="Arimo"/>
              </a:defRPr>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Tree>
    <p:extLst>
      <p:ext uri="{BB962C8B-B14F-4D97-AF65-F5344CB8AC3E}">
        <p14:creationId xmlns:p14="http://schemas.microsoft.com/office/powerpoint/2010/main" val="1178703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pic>
        <p:nvPicPr>
          <p:cNvPr id="14" name="Google Shape;14;p3"/>
          <p:cNvPicPr preferRelativeResize="0"/>
          <p:nvPr/>
        </p:nvPicPr>
        <p:blipFill>
          <a:blip r:embed="rId2">
            <a:alphaModFix amt="32000"/>
          </a:blip>
          <a:stretch>
            <a:fillRect/>
          </a:stretch>
        </p:blipFill>
        <p:spPr>
          <a:xfrm>
            <a:off x="0" y="0"/>
            <a:ext cx="12192000" cy="6858000"/>
          </a:xfrm>
          <a:prstGeom prst="rect">
            <a:avLst/>
          </a:prstGeom>
          <a:noFill/>
          <a:ln>
            <a:noFill/>
          </a:ln>
        </p:spPr>
      </p:pic>
      <p:sp>
        <p:nvSpPr>
          <p:cNvPr id="15" name="Google Shape;15;p3"/>
          <p:cNvSpPr/>
          <p:nvPr/>
        </p:nvSpPr>
        <p:spPr>
          <a:xfrm>
            <a:off x="184000" y="141200"/>
            <a:ext cx="11824000" cy="6575600"/>
          </a:xfrm>
          <a:prstGeom prst="rect">
            <a:avLst/>
          </a:prstGeom>
          <a:solidFill>
            <a:srgbClr val="FFF9F5">
              <a:alpha val="86790"/>
            </a:srgbClr>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p>
        </p:txBody>
      </p:sp>
      <p:sp>
        <p:nvSpPr>
          <p:cNvPr id="16" name="Google Shape;16;p3"/>
          <p:cNvSpPr txBox="1">
            <a:spLocks noGrp="1"/>
          </p:cNvSpPr>
          <p:nvPr>
            <p:ph type="subTitle" idx="1"/>
          </p:nvPr>
        </p:nvSpPr>
        <p:spPr>
          <a:xfrm>
            <a:off x="3973000" y="4212417"/>
            <a:ext cx="4246000" cy="918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800"/>
              <a:buNone/>
              <a:defRPr sz="2400">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
        <p:nvSpPr>
          <p:cNvPr id="17" name="Google Shape;17;p3"/>
          <p:cNvSpPr txBox="1">
            <a:spLocks noGrp="1"/>
          </p:cNvSpPr>
          <p:nvPr>
            <p:ph type="title"/>
          </p:nvPr>
        </p:nvSpPr>
        <p:spPr>
          <a:xfrm>
            <a:off x="2806200" y="3000567"/>
            <a:ext cx="6579600" cy="1234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3600"/>
              <a:buNone/>
              <a:defRPr sz="7066">
                <a:solidFill>
                  <a:schemeClr val="dk1"/>
                </a:solidFill>
              </a:defRPr>
            </a:lvl1pPr>
            <a:lvl2pPr lvl="1" rtl="0">
              <a:spcBef>
                <a:spcPts val="0"/>
              </a:spcBef>
              <a:spcAft>
                <a:spcPts val="0"/>
              </a:spcAft>
              <a:buClr>
                <a:schemeClr val="dk1"/>
              </a:buClr>
              <a:buSzPts val="3600"/>
              <a:buNone/>
              <a:defRPr sz="4800">
                <a:solidFill>
                  <a:schemeClr val="dk1"/>
                </a:solidFill>
              </a:defRPr>
            </a:lvl2pPr>
            <a:lvl3pPr lvl="2" rtl="0">
              <a:spcBef>
                <a:spcPts val="0"/>
              </a:spcBef>
              <a:spcAft>
                <a:spcPts val="0"/>
              </a:spcAft>
              <a:buClr>
                <a:schemeClr val="dk1"/>
              </a:buClr>
              <a:buSzPts val="3600"/>
              <a:buNone/>
              <a:defRPr sz="4800">
                <a:solidFill>
                  <a:schemeClr val="dk1"/>
                </a:solidFill>
              </a:defRPr>
            </a:lvl3pPr>
            <a:lvl4pPr lvl="3" rtl="0">
              <a:spcBef>
                <a:spcPts val="0"/>
              </a:spcBef>
              <a:spcAft>
                <a:spcPts val="0"/>
              </a:spcAft>
              <a:buClr>
                <a:schemeClr val="dk1"/>
              </a:buClr>
              <a:buSzPts val="3600"/>
              <a:buNone/>
              <a:defRPr sz="4800">
                <a:solidFill>
                  <a:schemeClr val="dk1"/>
                </a:solidFill>
              </a:defRPr>
            </a:lvl4pPr>
            <a:lvl5pPr lvl="4" rtl="0">
              <a:spcBef>
                <a:spcPts val="0"/>
              </a:spcBef>
              <a:spcAft>
                <a:spcPts val="0"/>
              </a:spcAft>
              <a:buClr>
                <a:schemeClr val="dk1"/>
              </a:buClr>
              <a:buSzPts val="3600"/>
              <a:buNone/>
              <a:defRPr sz="4800">
                <a:solidFill>
                  <a:schemeClr val="dk1"/>
                </a:solidFill>
              </a:defRPr>
            </a:lvl5pPr>
            <a:lvl6pPr lvl="5" rtl="0">
              <a:spcBef>
                <a:spcPts val="0"/>
              </a:spcBef>
              <a:spcAft>
                <a:spcPts val="0"/>
              </a:spcAft>
              <a:buClr>
                <a:schemeClr val="dk1"/>
              </a:buClr>
              <a:buSzPts val="3600"/>
              <a:buNone/>
              <a:defRPr sz="4800">
                <a:solidFill>
                  <a:schemeClr val="dk1"/>
                </a:solidFill>
              </a:defRPr>
            </a:lvl6pPr>
            <a:lvl7pPr lvl="6" rtl="0">
              <a:spcBef>
                <a:spcPts val="0"/>
              </a:spcBef>
              <a:spcAft>
                <a:spcPts val="0"/>
              </a:spcAft>
              <a:buClr>
                <a:schemeClr val="dk1"/>
              </a:buClr>
              <a:buSzPts val="3600"/>
              <a:buNone/>
              <a:defRPr sz="4800">
                <a:solidFill>
                  <a:schemeClr val="dk1"/>
                </a:solidFill>
              </a:defRPr>
            </a:lvl7pPr>
            <a:lvl8pPr lvl="7" rtl="0">
              <a:spcBef>
                <a:spcPts val="0"/>
              </a:spcBef>
              <a:spcAft>
                <a:spcPts val="0"/>
              </a:spcAft>
              <a:buClr>
                <a:schemeClr val="dk1"/>
              </a:buClr>
              <a:buSzPts val="3600"/>
              <a:buNone/>
              <a:defRPr sz="4800">
                <a:solidFill>
                  <a:schemeClr val="dk1"/>
                </a:solidFill>
              </a:defRPr>
            </a:lvl8pPr>
            <a:lvl9pPr lvl="8" rtl="0">
              <a:spcBef>
                <a:spcPts val="0"/>
              </a:spcBef>
              <a:spcAft>
                <a:spcPts val="0"/>
              </a:spcAft>
              <a:buClr>
                <a:schemeClr val="dk1"/>
              </a:buClr>
              <a:buSzPts val="3600"/>
              <a:buNone/>
              <a:defRPr sz="4800">
                <a:solidFill>
                  <a:schemeClr val="dk1"/>
                </a:solidFill>
              </a:defRPr>
            </a:lvl9pPr>
          </a:lstStyle>
          <a:p>
            <a:endParaRPr/>
          </a:p>
        </p:txBody>
      </p:sp>
      <p:sp>
        <p:nvSpPr>
          <p:cNvPr id="18" name="Google Shape;18;p3"/>
          <p:cNvSpPr txBox="1">
            <a:spLocks noGrp="1"/>
          </p:cNvSpPr>
          <p:nvPr>
            <p:ph type="title" idx="2" hasCustomPrompt="1"/>
          </p:nvPr>
        </p:nvSpPr>
        <p:spPr>
          <a:xfrm>
            <a:off x="4861800" y="1727167"/>
            <a:ext cx="2468400" cy="1353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8900"/>
              <a:buNone/>
              <a:defRPr sz="8000">
                <a:solidFill>
                  <a:schemeClr val="accent3"/>
                </a:solidFill>
              </a:defRPr>
            </a:lvl1pPr>
            <a:lvl2pPr lvl="1" rtl="0">
              <a:spcBef>
                <a:spcPts val="0"/>
              </a:spcBef>
              <a:spcAft>
                <a:spcPts val="0"/>
              </a:spcAft>
              <a:buClr>
                <a:schemeClr val="dk2"/>
              </a:buClr>
              <a:buSzPts val="8900"/>
              <a:buNone/>
              <a:defRPr sz="11866">
                <a:solidFill>
                  <a:schemeClr val="dk2"/>
                </a:solidFill>
              </a:defRPr>
            </a:lvl2pPr>
            <a:lvl3pPr lvl="2" rtl="0">
              <a:spcBef>
                <a:spcPts val="0"/>
              </a:spcBef>
              <a:spcAft>
                <a:spcPts val="0"/>
              </a:spcAft>
              <a:buClr>
                <a:schemeClr val="dk2"/>
              </a:buClr>
              <a:buSzPts val="8900"/>
              <a:buNone/>
              <a:defRPr sz="11866">
                <a:solidFill>
                  <a:schemeClr val="dk2"/>
                </a:solidFill>
              </a:defRPr>
            </a:lvl3pPr>
            <a:lvl4pPr lvl="3" rtl="0">
              <a:spcBef>
                <a:spcPts val="0"/>
              </a:spcBef>
              <a:spcAft>
                <a:spcPts val="0"/>
              </a:spcAft>
              <a:buClr>
                <a:schemeClr val="dk2"/>
              </a:buClr>
              <a:buSzPts val="8900"/>
              <a:buNone/>
              <a:defRPr sz="11866">
                <a:solidFill>
                  <a:schemeClr val="dk2"/>
                </a:solidFill>
              </a:defRPr>
            </a:lvl4pPr>
            <a:lvl5pPr lvl="4" rtl="0">
              <a:spcBef>
                <a:spcPts val="0"/>
              </a:spcBef>
              <a:spcAft>
                <a:spcPts val="0"/>
              </a:spcAft>
              <a:buClr>
                <a:schemeClr val="dk2"/>
              </a:buClr>
              <a:buSzPts val="8900"/>
              <a:buNone/>
              <a:defRPr sz="11866">
                <a:solidFill>
                  <a:schemeClr val="dk2"/>
                </a:solidFill>
              </a:defRPr>
            </a:lvl5pPr>
            <a:lvl6pPr lvl="5" rtl="0">
              <a:spcBef>
                <a:spcPts val="0"/>
              </a:spcBef>
              <a:spcAft>
                <a:spcPts val="0"/>
              </a:spcAft>
              <a:buClr>
                <a:schemeClr val="dk2"/>
              </a:buClr>
              <a:buSzPts val="8900"/>
              <a:buNone/>
              <a:defRPr sz="11866">
                <a:solidFill>
                  <a:schemeClr val="dk2"/>
                </a:solidFill>
              </a:defRPr>
            </a:lvl6pPr>
            <a:lvl7pPr lvl="6" rtl="0">
              <a:spcBef>
                <a:spcPts val="0"/>
              </a:spcBef>
              <a:spcAft>
                <a:spcPts val="0"/>
              </a:spcAft>
              <a:buClr>
                <a:schemeClr val="dk2"/>
              </a:buClr>
              <a:buSzPts val="8900"/>
              <a:buNone/>
              <a:defRPr sz="11866">
                <a:solidFill>
                  <a:schemeClr val="dk2"/>
                </a:solidFill>
              </a:defRPr>
            </a:lvl7pPr>
            <a:lvl8pPr lvl="7" rtl="0">
              <a:spcBef>
                <a:spcPts val="0"/>
              </a:spcBef>
              <a:spcAft>
                <a:spcPts val="0"/>
              </a:spcAft>
              <a:buClr>
                <a:schemeClr val="dk2"/>
              </a:buClr>
              <a:buSzPts val="8900"/>
              <a:buNone/>
              <a:defRPr sz="11866">
                <a:solidFill>
                  <a:schemeClr val="dk2"/>
                </a:solidFill>
              </a:defRPr>
            </a:lvl8pPr>
            <a:lvl9pPr lvl="8" rtl="0">
              <a:spcBef>
                <a:spcPts val="0"/>
              </a:spcBef>
              <a:spcAft>
                <a:spcPts val="0"/>
              </a:spcAft>
              <a:buClr>
                <a:schemeClr val="dk2"/>
              </a:buClr>
              <a:buSzPts val="8900"/>
              <a:buNone/>
              <a:defRPr sz="11866">
                <a:solidFill>
                  <a:schemeClr val="dk2"/>
                </a:solidFill>
              </a:defRPr>
            </a:lvl9pPr>
          </a:lstStyle>
          <a:p>
            <a:r>
              <a:t>xx%</a:t>
            </a:r>
          </a:p>
        </p:txBody>
      </p:sp>
    </p:spTree>
    <p:extLst>
      <p:ext uri="{BB962C8B-B14F-4D97-AF65-F5344CB8AC3E}">
        <p14:creationId xmlns:p14="http://schemas.microsoft.com/office/powerpoint/2010/main" val="1331158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5"/>
        <p:cNvGrpSpPr/>
        <p:nvPr/>
      </p:nvGrpSpPr>
      <p:grpSpPr>
        <a:xfrm>
          <a:off x="0" y="0"/>
          <a:ext cx="0" cy="0"/>
          <a:chOff x="0" y="0"/>
          <a:chExt cx="0" cy="0"/>
        </a:xfrm>
      </p:grpSpPr>
      <p:pic>
        <p:nvPicPr>
          <p:cNvPr id="26" name="Google Shape;26;p5"/>
          <p:cNvPicPr preferRelativeResize="0"/>
          <p:nvPr/>
        </p:nvPicPr>
        <p:blipFill>
          <a:blip r:embed="rId2">
            <a:alphaModFix amt="32000"/>
          </a:blip>
          <a:stretch>
            <a:fillRect/>
          </a:stretch>
        </p:blipFill>
        <p:spPr>
          <a:xfrm>
            <a:off x="0" y="0"/>
            <a:ext cx="12192000" cy="6858000"/>
          </a:xfrm>
          <a:prstGeom prst="rect">
            <a:avLst/>
          </a:prstGeom>
          <a:noFill/>
          <a:ln>
            <a:noFill/>
          </a:ln>
        </p:spPr>
      </p:pic>
      <p:sp>
        <p:nvSpPr>
          <p:cNvPr id="27" name="Google Shape;27;p5"/>
          <p:cNvSpPr/>
          <p:nvPr/>
        </p:nvSpPr>
        <p:spPr>
          <a:xfrm>
            <a:off x="184000" y="141200"/>
            <a:ext cx="11824000" cy="6575600"/>
          </a:xfrm>
          <a:prstGeom prst="rect">
            <a:avLst/>
          </a:prstGeom>
          <a:solidFill>
            <a:srgbClr val="FFF9F5">
              <a:alpha val="86790"/>
            </a:srgbClr>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p>
        </p:txBody>
      </p:sp>
      <p:sp>
        <p:nvSpPr>
          <p:cNvPr id="28" name="Google Shape;28;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9" name="Google Shape;29;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30" name="Google Shape;30;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31" name="Google Shape;31;p5"/>
          <p:cNvSpPr/>
          <p:nvPr/>
        </p:nvSpPr>
        <p:spPr>
          <a:xfrm rot="-2700000">
            <a:off x="-3575483" y="-2066544"/>
            <a:ext cx="9229393" cy="2467231"/>
          </a:xfrm>
          <a:custGeom>
            <a:avLst/>
            <a:gdLst/>
            <a:ahLst/>
            <a:cxnLst/>
            <a:rect l="l" t="t" r="r" b="b"/>
            <a:pathLst>
              <a:path w="6918198" h="1849395" extrusionOk="0">
                <a:moveTo>
                  <a:pt x="0" y="177784"/>
                </a:moveTo>
                <a:cubicBezTo>
                  <a:pt x="100203" y="107299"/>
                  <a:pt x="223456" y="52721"/>
                  <a:pt x="373190" y="27098"/>
                </a:cubicBezTo>
                <a:cubicBezTo>
                  <a:pt x="1479137" y="-161782"/>
                  <a:pt x="1810417" y="687371"/>
                  <a:pt x="1869472" y="1007316"/>
                </a:cubicBezTo>
                <a:cubicBezTo>
                  <a:pt x="1925193" y="1309163"/>
                  <a:pt x="2187416" y="1730549"/>
                  <a:pt x="2484311" y="1808273"/>
                </a:cubicBezTo>
                <a:cubicBezTo>
                  <a:pt x="2807970" y="1892951"/>
                  <a:pt x="3302413" y="1843421"/>
                  <a:pt x="3600450" y="1691306"/>
                </a:cubicBezTo>
                <a:cubicBezTo>
                  <a:pt x="4213860" y="1378315"/>
                  <a:pt x="4601242" y="500491"/>
                  <a:pt x="5218177" y="194453"/>
                </a:cubicBezTo>
                <a:cubicBezTo>
                  <a:pt x="5729002" y="-58912"/>
                  <a:pt x="6471762" y="-12621"/>
                  <a:pt x="6918198" y="239887"/>
                </a:cubicBezTo>
              </a:path>
            </a:pathLst>
          </a:custGeom>
          <a:noFill/>
          <a:ln w="38100" cap="flat" cmpd="sng">
            <a:solidFill>
              <a:schemeClr val="lt1"/>
            </a:solidFill>
            <a:prstDash val="dashDot"/>
            <a:miter lim="8000"/>
            <a:headEnd type="none" w="sm" len="sm"/>
            <a:tailEnd type="none" w="sm" len="sm"/>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32" name="Google Shape;32;p5"/>
          <p:cNvSpPr/>
          <p:nvPr/>
        </p:nvSpPr>
        <p:spPr>
          <a:xfrm rot="632058" flipH="1">
            <a:off x="10398438" y="5317973"/>
            <a:ext cx="4086757" cy="4585327"/>
          </a:xfrm>
          <a:custGeom>
            <a:avLst/>
            <a:gdLst/>
            <a:ahLst/>
            <a:cxnLst/>
            <a:rect l="l" t="t" r="r" b="b"/>
            <a:pathLst>
              <a:path w="2287217" h="2566249" extrusionOk="0">
                <a:moveTo>
                  <a:pt x="1719929" y="2566250"/>
                </a:moveTo>
                <a:cubicBezTo>
                  <a:pt x="1628204" y="2188012"/>
                  <a:pt x="1862900" y="1824633"/>
                  <a:pt x="2067592" y="1544693"/>
                </a:cubicBezTo>
                <a:cubicBezTo>
                  <a:pt x="2982278" y="294156"/>
                  <a:pt x="794480" y="-477464"/>
                  <a:pt x="0" y="332923"/>
                </a:cubicBezTo>
              </a:path>
            </a:pathLst>
          </a:custGeom>
          <a:noFill/>
          <a:ln w="38100" cap="flat" cmpd="sng">
            <a:solidFill>
              <a:schemeClr val="lt1"/>
            </a:solidFill>
            <a:prstDash val="dashDot"/>
            <a:miter lim="8000"/>
            <a:headEnd type="none" w="sm" len="sm"/>
            <a:tailEnd type="none" w="sm" len="sm"/>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18055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3"/>
        <p:cNvGrpSpPr/>
        <p:nvPr/>
      </p:nvGrpSpPr>
      <p:grpSpPr>
        <a:xfrm>
          <a:off x="0" y="0"/>
          <a:ext cx="0" cy="0"/>
          <a:chOff x="0" y="0"/>
          <a:chExt cx="0" cy="0"/>
        </a:xfrm>
      </p:grpSpPr>
      <p:pic>
        <p:nvPicPr>
          <p:cNvPr id="34" name="Google Shape;34;p6"/>
          <p:cNvPicPr preferRelativeResize="0"/>
          <p:nvPr/>
        </p:nvPicPr>
        <p:blipFill>
          <a:blip r:embed="rId2">
            <a:alphaModFix amt="32000"/>
          </a:blip>
          <a:stretch>
            <a:fillRect/>
          </a:stretch>
        </p:blipFill>
        <p:spPr>
          <a:xfrm>
            <a:off x="0" y="0"/>
            <a:ext cx="12192000" cy="6858000"/>
          </a:xfrm>
          <a:prstGeom prst="rect">
            <a:avLst/>
          </a:prstGeom>
          <a:noFill/>
          <a:ln>
            <a:noFill/>
          </a:ln>
        </p:spPr>
      </p:pic>
      <p:sp>
        <p:nvSpPr>
          <p:cNvPr id="35" name="Google Shape;35;p6"/>
          <p:cNvSpPr/>
          <p:nvPr/>
        </p:nvSpPr>
        <p:spPr>
          <a:xfrm>
            <a:off x="184000" y="141200"/>
            <a:ext cx="11824000" cy="6575600"/>
          </a:xfrm>
          <a:prstGeom prst="rect">
            <a:avLst/>
          </a:prstGeom>
          <a:solidFill>
            <a:srgbClr val="FFF9F5">
              <a:alpha val="86790"/>
            </a:srgbClr>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p>
        </p:txBody>
      </p:sp>
      <p:sp>
        <p:nvSpPr>
          <p:cNvPr id="36" name="Google Shape;36;p6"/>
          <p:cNvSpPr txBox="1">
            <a:spLocks noGrp="1"/>
          </p:cNvSpPr>
          <p:nvPr>
            <p:ph type="title"/>
          </p:nvPr>
        </p:nvSpPr>
        <p:spPr>
          <a:xfrm>
            <a:off x="950967" y="593367"/>
            <a:ext cx="10290400" cy="763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5067"/>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extLst>
      <p:ext uri="{BB962C8B-B14F-4D97-AF65-F5344CB8AC3E}">
        <p14:creationId xmlns:p14="http://schemas.microsoft.com/office/powerpoint/2010/main" val="26809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4"/>
        <p:cNvGrpSpPr/>
        <p:nvPr/>
      </p:nvGrpSpPr>
      <p:grpSpPr>
        <a:xfrm>
          <a:off x="0" y="0"/>
          <a:ext cx="0" cy="0"/>
          <a:chOff x="0" y="0"/>
          <a:chExt cx="0" cy="0"/>
        </a:xfrm>
      </p:grpSpPr>
      <p:pic>
        <p:nvPicPr>
          <p:cNvPr id="45" name="Google Shape;45;p8"/>
          <p:cNvPicPr preferRelativeResize="0"/>
          <p:nvPr/>
        </p:nvPicPr>
        <p:blipFill>
          <a:blip r:embed="rId2">
            <a:alphaModFix amt="32000"/>
          </a:blip>
          <a:stretch>
            <a:fillRect/>
          </a:stretch>
        </p:blipFill>
        <p:spPr>
          <a:xfrm>
            <a:off x="0" y="0"/>
            <a:ext cx="12192000" cy="6858000"/>
          </a:xfrm>
          <a:prstGeom prst="rect">
            <a:avLst/>
          </a:prstGeom>
          <a:noFill/>
          <a:ln>
            <a:noFill/>
          </a:ln>
        </p:spPr>
      </p:pic>
      <p:sp>
        <p:nvSpPr>
          <p:cNvPr id="46" name="Google Shape;46;p8"/>
          <p:cNvSpPr/>
          <p:nvPr/>
        </p:nvSpPr>
        <p:spPr>
          <a:xfrm>
            <a:off x="184000" y="141200"/>
            <a:ext cx="11824000" cy="6575600"/>
          </a:xfrm>
          <a:prstGeom prst="rect">
            <a:avLst/>
          </a:prstGeom>
          <a:solidFill>
            <a:srgbClr val="FFF9F5">
              <a:alpha val="86790"/>
            </a:srgbClr>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p>
        </p:txBody>
      </p:sp>
      <p:sp>
        <p:nvSpPr>
          <p:cNvPr id="47" name="Google Shape;47;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Tree>
    <p:extLst>
      <p:ext uri="{BB962C8B-B14F-4D97-AF65-F5344CB8AC3E}">
        <p14:creationId xmlns:p14="http://schemas.microsoft.com/office/powerpoint/2010/main" val="1129112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8"/>
        <p:cNvGrpSpPr/>
        <p:nvPr/>
      </p:nvGrpSpPr>
      <p:grpSpPr>
        <a:xfrm>
          <a:off x="0" y="0"/>
          <a:ext cx="0" cy="0"/>
          <a:chOff x="0" y="0"/>
          <a:chExt cx="0" cy="0"/>
        </a:xfrm>
      </p:grpSpPr>
      <p:pic>
        <p:nvPicPr>
          <p:cNvPr id="49" name="Google Shape;49;p9"/>
          <p:cNvPicPr preferRelativeResize="0"/>
          <p:nvPr/>
        </p:nvPicPr>
        <p:blipFill>
          <a:blip r:embed="rId2">
            <a:alphaModFix amt="32000"/>
          </a:blip>
          <a:stretch>
            <a:fillRect/>
          </a:stretch>
        </p:blipFill>
        <p:spPr>
          <a:xfrm>
            <a:off x="0" y="0"/>
            <a:ext cx="12192000" cy="6858000"/>
          </a:xfrm>
          <a:prstGeom prst="rect">
            <a:avLst/>
          </a:prstGeom>
          <a:noFill/>
          <a:ln>
            <a:noFill/>
          </a:ln>
        </p:spPr>
      </p:pic>
      <p:sp>
        <p:nvSpPr>
          <p:cNvPr id="50" name="Google Shape;50;p9"/>
          <p:cNvSpPr/>
          <p:nvPr/>
        </p:nvSpPr>
        <p:spPr>
          <a:xfrm>
            <a:off x="184000" y="141200"/>
            <a:ext cx="11824000" cy="6575600"/>
          </a:xfrm>
          <a:prstGeom prst="rect">
            <a:avLst/>
          </a:prstGeom>
          <a:solidFill>
            <a:srgbClr val="FFF9F5">
              <a:alpha val="86790"/>
            </a:srgbClr>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p>
        </p:txBody>
      </p:sp>
      <p:sp>
        <p:nvSpPr>
          <p:cNvPr id="51" name="Google Shape;51;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52" name="Google Shape;52;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53" name="Google Shape;53;p9"/>
          <p:cNvSpPr/>
          <p:nvPr/>
        </p:nvSpPr>
        <p:spPr>
          <a:xfrm rot="-8983379">
            <a:off x="-4389211" y="4919873"/>
            <a:ext cx="9239241" cy="2469864"/>
          </a:xfrm>
          <a:custGeom>
            <a:avLst/>
            <a:gdLst/>
            <a:ahLst/>
            <a:cxnLst/>
            <a:rect l="l" t="t" r="r" b="b"/>
            <a:pathLst>
              <a:path w="6918198" h="1849395" extrusionOk="0">
                <a:moveTo>
                  <a:pt x="0" y="177784"/>
                </a:moveTo>
                <a:cubicBezTo>
                  <a:pt x="100203" y="107299"/>
                  <a:pt x="223456" y="52721"/>
                  <a:pt x="373190" y="27098"/>
                </a:cubicBezTo>
                <a:cubicBezTo>
                  <a:pt x="1479137" y="-161782"/>
                  <a:pt x="1810417" y="687371"/>
                  <a:pt x="1869472" y="1007316"/>
                </a:cubicBezTo>
                <a:cubicBezTo>
                  <a:pt x="1925193" y="1309163"/>
                  <a:pt x="2187416" y="1730549"/>
                  <a:pt x="2484311" y="1808273"/>
                </a:cubicBezTo>
                <a:cubicBezTo>
                  <a:pt x="2807970" y="1892951"/>
                  <a:pt x="3302413" y="1843421"/>
                  <a:pt x="3600450" y="1691306"/>
                </a:cubicBezTo>
                <a:cubicBezTo>
                  <a:pt x="4213860" y="1378315"/>
                  <a:pt x="4601242" y="500491"/>
                  <a:pt x="5218177" y="194453"/>
                </a:cubicBezTo>
                <a:cubicBezTo>
                  <a:pt x="5729002" y="-58912"/>
                  <a:pt x="6471762" y="-12621"/>
                  <a:pt x="6918198" y="239887"/>
                </a:cubicBezTo>
              </a:path>
            </a:pathLst>
          </a:custGeom>
          <a:noFill/>
          <a:ln w="38100" cap="flat" cmpd="sng">
            <a:solidFill>
              <a:schemeClr val="lt1"/>
            </a:solidFill>
            <a:prstDash val="dashDot"/>
            <a:miter lim="8000"/>
            <a:headEnd type="none" w="sm" len="sm"/>
            <a:tailEnd type="none" w="sm" len="sm"/>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54" name="Google Shape;54;p9"/>
          <p:cNvSpPr/>
          <p:nvPr/>
        </p:nvSpPr>
        <p:spPr>
          <a:xfrm rot="-6461506" flipH="1">
            <a:off x="9129781" y="-3294961"/>
            <a:ext cx="4089296" cy="4588175"/>
          </a:xfrm>
          <a:custGeom>
            <a:avLst/>
            <a:gdLst/>
            <a:ahLst/>
            <a:cxnLst/>
            <a:rect l="l" t="t" r="r" b="b"/>
            <a:pathLst>
              <a:path w="2287217" h="2566249" extrusionOk="0">
                <a:moveTo>
                  <a:pt x="1719929" y="2566250"/>
                </a:moveTo>
                <a:cubicBezTo>
                  <a:pt x="1628204" y="2188012"/>
                  <a:pt x="1862900" y="1824633"/>
                  <a:pt x="2067592" y="1544693"/>
                </a:cubicBezTo>
                <a:cubicBezTo>
                  <a:pt x="2982278" y="294156"/>
                  <a:pt x="794480" y="-477464"/>
                  <a:pt x="0" y="332923"/>
                </a:cubicBezTo>
              </a:path>
            </a:pathLst>
          </a:custGeom>
          <a:noFill/>
          <a:ln w="38100" cap="flat" cmpd="sng">
            <a:solidFill>
              <a:schemeClr val="lt1"/>
            </a:solidFill>
            <a:prstDash val="dashDot"/>
            <a:miter lim="8000"/>
            <a:headEnd type="none" w="sm" len="sm"/>
            <a:tailEnd type="none" w="sm" len="sm"/>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958281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58"/>
        <p:cNvGrpSpPr/>
        <p:nvPr/>
      </p:nvGrpSpPr>
      <p:grpSpPr>
        <a:xfrm>
          <a:off x="0" y="0"/>
          <a:ext cx="0" cy="0"/>
          <a:chOff x="0" y="0"/>
          <a:chExt cx="0" cy="0"/>
        </a:xfrm>
      </p:grpSpPr>
      <p:pic>
        <p:nvPicPr>
          <p:cNvPr id="59" name="Google Shape;59;p11"/>
          <p:cNvPicPr preferRelativeResize="0"/>
          <p:nvPr/>
        </p:nvPicPr>
        <p:blipFill>
          <a:blip r:embed="rId2">
            <a:alphaModFix amt="32000"/>
          </a:blip>
          <a:stretch>
            <a:fillRect/>
          </a:stretch>
        </p:blipFill>
        <p:spPr>
          <a:xfrm>
            <a:off x="0" y="0"/>
            <a:ext cx="12192000" cy="6858000"/>
          </a:xfrm>
          <a:prstGeom prst="rect">
            <a:avLst/>
          </a:prstGeom>
          <a:noFill/>
          <a:ln>
            <a:noFill/>
          </a:ln>
        </p:spPr>
      </p:pic>
      <p:sp>
        <p:nvSpPr>
          <p:cNvPr id="60" name="Google Shape;60;p11"/>
          <p:cNvSpPr/>
          <p:nvPr/>
        </p:nvSpPr>
        <p:spPr>
          <a:xfrm>
            <a:off x="184000" y="141200"/>
            <a:ext cx="11824000" cy="6575600"/>
          </a:xfrm>
          <a:prstGeom prst="rect">
            <a:avLst/>
          </a:prstGeom>
          <a:solidFill>
            <a:srgbClr val="FFF9F5">
              <a:alpha val="86790"/>
            </a:srgbClr>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p>
        </p:txBody>
      </p:sp>
      <p:sp>
        <p:nvSpPr>
          <p:cNvPr id="61" name="Google Shape;61;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62" name="Google Shape;62;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
        <p:nvSpPr>
          <p:cNvPr id="63" name="Google Shape;63;p11"/>
          <p:cNvSpPr/>
          <p:nvPr/>
        </p:nvSpPr>
        <p:spPr>
          <a:xfrm rot="-2700000">
            <a:off x="-2797117" y="-1042344"/>
            <a:ext cx="9229393" cy="2467231"/>
          </a:xfrm>
          <a:custGeom>
            <a:avLst/>
            <a:gdLst/>
            <a:ahLst/>
            <a:cxnLst/>
            <a:rect l="l" t="t" r="r" b="b"/>
            <a:pathLst>
              <a:path w="6918198" h="1849395" extrusionOk="0">
                <a:moveTo>
                  <a:pt x="0" y="177784"/>
                </a:moveTo>
                <a:cubicBezTo>
                  <a:pt x="100203" y="107299"/>
                  <a:pt x="223456" y="52721"/>
                  <a:pt x="373190" y="27098"/>
                </a:cubicBezTo>
                <a:cubicBezTo>
                  <a:pt x="1479137" y="-161782"/>
                  <a:pt x="1810417" y="687371"/>
                  <a:pt x="1869472" y="1007316"/>
                </a:cubicBezTo>
                <a:cubicBezTo>
                  <a:pt x="1925193" y="1309163"/>
                  <a:pt x="2187416" y="1730549"/>
                  <a:pt x="2484311" y="1808273"/>
                </a:cubicBezTo>
                <a:cubicBezTo>
                  <a:pt x="2807970" y="1892951"/>
                  <a:pt x="3302413" y="1843421"/>
                  <a:pt x="3600450" y="1691306"/>
                </a:cubicBezTo>
                <a:cubicBezTo>
                  <a:pt x="4213860" y="1378315"/>
                  <a:pt x="4601242" y="500491"/>
                  <a:pt x="5218177" y="194453"/>
                </a:cubicBezTo>
                <a:cubicBezTo>
                  <a:pt x="5729002" y="-58912"/>
                  <a:pt x="6471762" y="-12621"/>
                  <a:pt x="6918198" y="239887"/>
                </a:cubicBezTo>
              </a:path>
            </a:pathLst>
          </a:custGeom>
          <a:noFill/>
          <a:ln w="38100" cap="flat" cmpd="sng">
            <a:solidFill>
              <a:schemeClr val="lt1"/>
            </a:solidFill>
            <a:prstDash val="dashDot"/>
            <a:miter lim="8000"/>
            <a:headEnd type="none" w="sm" len="sm"/>
            <a:tailEnd type="none" w="sm" len="sm"/>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64" name="Google Shape;64;p11"/>
          <p:cNvSpPr/>
          <p:nvPr/>
        </p:nvSpPr>
        <p:spPr>
          <a:xfrm rot="632058" flipH="1">
            <a:off x="9032838" y="4266439"/>
            <a:ext cx="4086757" cy="4585327"/>
          </a:xfrm>
          <a:custGeom>
            <a:avLst/>
            <a:gdLst/>
            <a:ahLst/>
            <a:cxnLst/>
            <a:rect l="l" t="t" r="r" b="b"/>
            <a:pathLst>
              <a:path w="2287217" h="2566249" extrusionOk="0">
                <a:moveTo>
                  <a:pt x="1719929" y="2566250"/>
                </a:moveTo>
                <a:cubicBezTo>
                  <a:pt x="1628204" y="2188012"/>
                  <a:pt x="1862900" y="1824633"/>
                  <a:pt x="2067592" y="1544693"/>
                </a:cubicBezTo>
                <a:cubicBezTo>
                  <a:pt x="2982278" y="294156"/>
                  <a:pt x="794480" y="-477464"/>
                  <a:pt x="0" y="332923"/>
                </a:cubicBezTo>
              </a:path>
            </a:pathLst>
          </a:custGeom>
          <a:noFill/>
          <a:ln w="38100" cap="flat" cmpd="sng">
            <a:solidFill>
              <a:schemeClr val="lt1"/>
            </a:solidFill>
            <a:prstDash val="dashDot"/>
            <a:miter lim="8000"/>
            <a:headEnd type="none" w="sm" len="sm"/>
            <a:tailEnd type="none" w="sm" len="sm"/>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320164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91"/>
        <p:cNvGrpSpPr/>
        <p:nvPr/>
      </p:nvGrpSpPr>
      <p:grpSpPr>
        <a:xfrm>
          <a:off x="0" y="0"/>
          <a:ext cx="0" cy="0"/>
          <a:chOff x="0" y="0"/>
          <a:chExt cx="0" cy="0"/>
        </a:xfrm>
      </p:grpSpPr>
      <p:pic>
        <p:nvPicPr>
          <p:cNvPr id="92" name="Google Shape;92;p16"/>
          <p:cNvPicPr preferRelativeResize="0"/>
          <p:nvPr/>
        </p:nvPicPr>
        <p:blipFill>
          <a:blip r:embed="rId2">
            <a:alphaModFix amt="32000"/>
          </a:blip>
          <a:stretch>
            <a:fillRect/>
          </a:stretch>
        </p:blipFill>
        <p:spPr>
          <a:xfrm>
            <a:off x="0" y="0"/>
            <a:ext cx="12192000" cy="6858000"/>
          </a:xfrm>
          <a:prstGeom prst="rect">
            <a:avLst/>
          </a:prstGeom>
          <a:noFill/>
          <a:ln>
            <a:noFill/>
          </a:ln>
        </p:spPr>
      </p:pic>
      <p:sp>
        <p:nvSpPr>
          <p:cNvPr id="93" name="Google Shape;93;p16"/>
          <p:cNvSpPr/>
          <p:nvPr/>
        </p:nvSpPr>
        <p:spPr>
          <a:xfrm>
            <a:off x="184000" y="141200"/>
            <a:ext cx="11824000" cy="6575600"/>
          </a:xfrm>
          <a:prstGeom prst="rect">
            <a:avLst/>
          </a:prstGeom>
          <a:solidFill>
            <a:srgbClr val="FFF9F5">
              <a:alpha val="86790"/>
            </a:srgbClr>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p>
        </p:txBody>
      </p:sp>
      <p:sp>
        <p:nvSpPr>
          <p:cNvPr id="94" name="Google Shape;94;p16"/>
          <p:cNvSpPr txBox="1">
            <a:spLocks noGrp="1"/>
          </p:cNvSpPr>
          <p:nvPr>
            <p:ph type="title"/>
          </p:nvPr>
        </p:nvSpPr>
        <p:spPr>
          <a:xfrm>
            <a:off x="950967" y="186967"/>
            <a:ext cx="10290400" cy="550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5" name="Google Shape;95;p16"/>
          <p:cNvSpPr/>
          <p:nvPr/>
        </p:nvSpPr>
        <p:spPr>
          <a:xfrm rot="-9840912">
            <a:off x="-3276443" y="5496730"/>
            <a:ext cx="9211456" cy="2462436"/>
          </a:xfrm>
          <a:custGeom>
            <a:avLst/>
            <a:gdLst/>
            <a:ahLst/>
            <a:cxnLst/>
            <a:rect l="l" t="t" r="r" b="b"/>
            <a:pathLst>
              <a:path w="6918198" h="1849395" extrusionOk="0">
                <a:moveTo>
                  <a:pt x="0" y="177784"/>
                </a:moveTo>
                <a:cubicBezTo>
                  <a:pt x="100203" y="107299"/>
                  <a:pt x="223456" y="52721"/>
                  <a:pt x="373190" y="27098"/>
                </a:cubicBezTo>
                <a:cubicBezTo>
                  <a:pt x="1479137" y="-161782"/>
                  <a:pt x="1810417" y="687371"/>
                  <a:pt x="1869472" y="1007316"/>
                </a:cubicBezTo>
                <a:cubicBezTo>
                  <a:pt x="1925193" y="1309163"/>
                  <a:pt x="2187416" y="1730549"/>
                  <a:pt x="2484311" y="1808273"/>
                </a:cubicBezTo>
                <a:cubicBezTo>
                  <a:pt x="2807970" y="1892951"/>
                  <a:pt x="3302413" y="1843421"/>
                  <a:pt x="3600450" y="1691306"/>
                </a:cubicBezTo>
                <a:cubicBezTo>
                  <a:pt x="4213860" y="1378315"/>
                  <a:pt x="4601242" y="500491"/>
                  <a:pt x="5218177" y="194453"/>
                </a:cubicBezTo>
                <a:cubicBezTo>
                  <a:pt x="5729002" y="-58912"/>
                  <a:pt x="6471762" y="-12621"/>
                  <a:pt x="6918198" y="239887"/>
                </a:cubicBezTo>
              </a:path>
            </a:pathLst>
          </a:custGeom>
          <a:noFill/>
          <a:ln w="38100" cap="flat" cmpd="sng">
            <a:solidFill>
              <a:schemeClr val="lt1"/>
            </a:solidFill>
            <a:prstDash val="dashDot"/>
            <a:miter lim="8000"/>
            <a:headEnd type="none" w="sm" len="sm"/>
            <a:tailEnd type="none" w="sm" len="sm"/>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96" name="Google Shape;96;p16"/>
          <p:cNvSpPr/>
          <p:nvPr/>
        </p:nvSpPr>
        <p:spPr>
          <a:xfrm rot="1605439">
            <a:off x="7490975" y="-548493"/>
            <a:ext cx="9219911" cy="2464696"/>
          </a:xfrm>
          <a:custGeom>
            <a:avLst/>
            <a:gdLst/>
            <a:ahLst/>
            <a:cxnLst/>
            <a:rect l="l" t="t" r="r" b="b"/>
            <a:pathLst>
              <a:path w="6918198" h="1849395" extrusionOk="0">
                <a:moveTo>
                  <a:pt x="0" y="177784"/>
                </a:moveTo>
                <a:cubicBezTo>
                  <a:pt x="100203" y="107299"/>
                  <a:pt x="223456" y="52721"/>
                  <a:pt x="373190" y="27098"/>
                </a:cubicBezTo>
                <a:cubicBezTo>
                  <a:pt x="1479137" y="-161782"/>
                  <a:pt x="1810417" y="687371"/>
                  <a:pt x="1869472" y="1007316"/>
                </a:cubicBezTo>
                <a:cubicBezTo>
                  <a:pt x="1925193" y="1309163"/>
                  <a:pt x="2187416" y="1730549"/>
                  <a:pt x="2484311" y="1808273"/>
                </a:cubicBezTo>
                <a:cubicBezTo>
                  <a:pt x="2807970" y="1892951"/>
                  <a:pt x="3302413" y="1843421"/>
                  <a:pt x="3600450" y="1691306"/>
                </a:cubicBezTo>
                <a:cubicBezTo>
                  <a:pt x="4213860" y="1378315"/>
                  <a:pt x="4601242" y="500491"/>
                  <a:pt x="5218177" y="194453"/>
                </a:cubicBezTo>
                <a:cubicBezTo>
                  <a:pt x="5729002" y="-58912"/>
                  <a:pt x="6471762" y="-12621"/>
                  <a:pt x="6918198" y="239887"/>
                </a:cubicBezTo>
              </a:path>
            </a:pathLst>
          </a:custGeom>
          <a:noFill/>
          <a:ln w="38100" cap="flat" cmpd="sng">
            <a:solidFill>
              <a:schemeClr val="lt1"/>
            </a:solidFill>
            <a:prstDash val="dashDot"/>
            <a:miter lim="8000"/>
            <a:headEnd type="none" w="sm" len="sm"/>
            <a:tailEnd type="none" w="sm" len="sm"/>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462630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97"/>
        <p:cNvGrpSpPr/>
        <p:nvPr/>
      </p:nvGrpSpPr>
      <p:grpSpPr>
        <a:xfrm>
          <a:off x="0" y="0"/>
          <a:ext cx="0" cy="0"/>
          <a:chOff x="0" y="0"/>
          <a:chExt cx="0" cy="0"/>
        </a:xfrm>
      </p:grpSpPr>
      <p:pic>
        <p:nvPicPr>
          <p:cNvPr id="98" name="Google Shape;98;p17"/>
          <p:cNvPicPr preferRelativeResize="0"/>
          <p:nvPr/>
        </p:nvPicPr>
        <p:blipFill>
          <a:blip r:embed="rId2">
            <a:alphaModFix amt="32000"/>
          </a:blip>
          <a:stretch>
            <a:fillRect/>
          </a:stretch>
        </p:blipFill>
        <p:spPr>
          <a:xfrm>
            <a:off x="0" y="0"/>
            <a:ext cx="12192000" cy="6858000"/>
          </a:xfrm>
          <a:prstGeom prst="rect">
            <a:avLst/>
          </a:prstGeom>
          <a:noFill/>
          <a:ln>
            <a:noFill/>
          </a:ln>
        </p:spPr>
      </p:pic>
      <p:sp>
        <p:nvSpPr>
          <p:cNvPr id="99" name="Google Shape;99;p17"/>
          <p:cNvSpPr/>
          <p:nvPr/>
        </p:nvSpPr>
        <p:spPr>
          <a:xfrm>
            <a:off x="184000" y="141200"/>
            <a:ext cx="11824000" cy="6575600"/>
          </a:xfrm>
          <a:prstGeom prst="rect">
            <a:avLst/>
          </a:prstGeom>
          <a:solidFill>
            <a:srgbClr val="FFF9F5">
              <a:alpha val="86790"/>
            </a:srgbClr>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p>
        </p:txBody>
      </p:sp>
      <p:sp>
        <p:nvSpPr>
          <p:cNvPr id="100" name="Google Shape;100;p17"/>
          <p:cNvSpPr txBox="1">
            <a:spLocks noGrp="1"/>
          </p:cNvSpPr>
          <p:nvPr>
            <p:ph type="title"/>
          </p:nvPr>
        </p:nvSpPr>
        <p:spPr>
          <a:xfrm>
            <a:off x="950967" y="593367"/>
            <a:ext cx="102904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5067"/>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1" name="Google Shape;101;p17"/>
          <p:cNvSpPr txBox="1">
            <a:spLocks noGrp="1"/>
          </p:cNvSpPr>
          <p:nvPr>
            <p:ph type="body" idx="1"/>
          </p:nvPr>
        </p:nvSpPr>
        <p:spPr>
          <a:xfrm>
            <a:off x="950967" y="1536633"/>
            <a:ext cx="10290400" cy="2101200"/>
          </a:xfrm>
          <a:prstGeom prst="rect">
            <a:avLst/>
          </a:prstGeom>
        </p:spPr>
        <p:txBody>
          <a:bodyPr spcFirstLastPara="1" wrap="square" lIns="91425" tIns="91425" rIns="91425" bIns="91425" anchor="t" anchorCtr="0">
            <a:noAutofit/>
          </a:bodyPr>
          <a:lstStyle>
            <a:lvl1pPr marL="609585" lvl="0" indent="-431789" rtl="0">
              <a:spcBef>
                <a:spcPts val="0"/>
              </a:spcBef>
              <a:spcAft>
                <a:spcPts val="0"/>
              </a:spcAft>
              <a:buClr>
                <a:srgbClr val="222222"/>
              </a:buClr>
              <a:buSzPts val="1500"/>
              <a:buFont typeface="Didact Gothic"/>
              <a:buChar char="●"/>
              <a:defRPr sz="1867"/>
            </a:lvl1pPr>
            <a:lvl2pPr marL="1219170" lvl="1" indent="-431789" rtl="0">
              <a:spcBef>
                <a:spcPts val="0"/>
              </a:spcBef>
              <a:spcAft>
                <a:spcPts val="0"/>
              </a:spcAft>
              <a:buClr>
                <a:srgbClr val="222222"/>
              </a:buClr>
              <a:buSzPts val="1500"/>
              <a:buFont typeface="Didact Gothic"/>
              <a:buChar char="○"/>
              <a:defRPr/>
            </a:lvl2pPr>
            <a:lvl3pPr marL="1828754" lvl="2" indent="-431789" rtl="0">
              <a:spcBef>
                <a:spcPts val="0"/>
              </a:spcBef>
              <a:spcAft>
                <a:spcPts val="0"/>
              </a:spcAft>
              <a:buClr>
                <a:srgbClr val="222222"/>
              </a:buClr>
              <a:buSzPts val="1500"/>
              <a:buFont typeface="Didact Gothic"/>
              <a:buChar char="■"/>
              <a:defRPr/>
            </a:lvl3pPr>
            <a:lvl4pPr marL="2438339" lvl="3" indent="-431789" rtl="0">
              <a:spcBef>
                <a:spcPts val="0"/>
              </a:spcBef>
              <a:spcAft>
                <a:spcPts val="0"/>
              </a:spcAft>
              <a:buClr>
                <a:srgbClr val="222222"/>
              </a:buClr>
              <a:buSzPts val="1500"/>
              <a:buFont typeface="Didact Gothic"/>
              <a:buChar char="●"/>
              <a:defRPr/>
            </a:lvl4pPr>
            <a:lvl5pPr marL="3047924" lvl="4" indent="-431789" rtl="0">
              <a:spcBef>
                <a:spcPts val="0"/>
              </a:spcBef>
              <a:spcAft>
                <a:spcPts val="0"/>
              </a:spcAft>
              <a:buClr>
                <a:srgbClr val="222222"/>
              </a:buClr>
              <a:buSzPts val="1500"/>
              <a:buFont typeface="Didact Gothic"/>
              <a:buChar char="○"/>
              <a:defRPr/>
            </a:lvl5pPr>
            <a:lvl6pPr marL="3657509" lvl="5" indent="-431789" rtl="0">
              <a:spcBef>
                <a:spcPts val="0"/>
              </a:spcBef>
              <a:spcAft>
                <a:spcPts val="0"/>
              </a:spcAft>
              <a:buClr>
                <a:srgbClr val="222222"/>
              </a:buClr>
              <a:buSzPts val="1500"/>
              <a:buFont typeface="Didact Gothic"/>
              <a:buChar char="■"/>
              <a:defRPr/>
            </a:lvl6pPr>
            <a:lvl7pPr marL="4267093" lvl="6" indent="-431789" rtl="0">
              <a:spcBef>
                <a:spcPts val="0"/>
              </a:spcBef>
              <a:spcAft>
                <a:spcPts val="0"/>
              </a:spcAft>
              <a:buClr>
                <a:srgbClr val="222222"/>
              </a:buClr>
              <a:buSzPts val="1500"/>
              <a:buFont typeface="Didact Gothic"/>
              <a:buChar char="●"/>
              <a:defRPr/>
            </a:lvl7pPr>
            <a:lvl8pPr marL="4876678" lvl="7" indent="-431789" rtl="0">
              <a:spcBef>
                <a:spcPts val="0"/>
              </a:spcBef>
              <a:spcAft>
                <a:spcPts val="0"/>
              </a:spcAft>
              <a:buClr>
                <a:srgbClr val="222222"/>
              </a:buClr>
              <a:buSzPts val="1500"/>
              <a:buFont typeface="Didact Gothic"/>
              <a:buChar char="○"/>
              <a:defRPr/>
            </a:lvl8pPr>
            <a:lvl9pPr marL="5486263" lvl="8" indent="-431789" rtl="0">
              <a:spcBef>
                <a:spcPts val="0"/>
              </a:spcBef>
              <a:spcAft>
                <a:spcPts val="0"/>
              </a:spcAft>
              <a:buClr>
                <a:srgbClr val="222222"/>
              </a:buClr>
              <a:buSzPts val="1500"/>
              <a:buFont typeface="Didact Gothic"/>
              <a:buChar char="■"/>
              <a:defRPr/>
            </a:lvl9pPr>
          </a:lstStyle>
          <a:p>
            <a:endParaRPr/>
          </a:p>
        </p:txBody>
      </p:sp>
      <p:sp>
        <p:nvSpPr>
          <p:cNvPr id="102" name="Google Shape;102;p17"/>
          <p:cNvSpPr/>
          <p:nvPr/>
        </p:nvSpPr>
        <p:spPr>
          <a:xfrm rot="-10212471">
            <a:off x="-767533" y="-1265200"/>
            <a:ext cx="2931020" cy="2862088"/>
          </a:xfrm>
          <a:custGeom>
            <a:avLst/>
            <a:gdLst/>
            <a:ahLst/>
            <a:cxnLst/>
            <a:rect l="l" t="t" r="r" b="b"/>
            <a:pathLst>
              <a:path w="2199227" h="2147506" extrusionOk="0">
                <a:moveTo>
                  <a:pt x="2199227" y="0"/>
                </a:moveTo>
                <a:cubicBezTo>
                  <a:pt x="1773555" y="210312"/>
                  <a:pt x="1306544" y="281273"/>
                  <a:pt x="913924" y="600647"/>
                </a:cubicBezTo>
                <a:cubicBezTo>
                  <a:pt x="239173" y="1149382"/>
                  <a:pt x="311753" y="1655826"/>
                  <a:pt x="0" y="2147507"/>
                </a:cubicBezTo>
              </a:path>
            </a:pathLst>
          </a:custGeom>
          <a:noFill/>
          <a:ln w="38100" cap="flat" cmpd="sng">
            <a:solidFill>
              <a:schemeClr val="lt1"/>
            </a:solidFill>
            <a:prstDash val="dashDot"/>
            <a:miter lim="8000"/>
            <a:headEnd type="none" w="sm" len="sm"/>
            <a:tailEnd type="none" w="sm" len="sm"/>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632694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103"/>
        <p:cNvGrpSpPr/>
        <p:nvPr/>
      </p:nvGrpSpPr>
      <p:grpSpPr>
        <a:xfrm>
          <a:off x="0" y="0"/>
          <a:ext cx="0" cy="0"/>
          <a:chOff x="0" y="0"/>
          <a:chExt cx="0" cy="0"/>
        </a:xfrm>
      </p:grpSpPr>
      <p:pic>
        <p:nvPicPr>
          <p:cNvPr id="104" name="Google Shape;104;p18"/>
          <p:cNvPicPr preferRelativeResize="0"/>
          <p:nvPr/>
        </p:nvPicPr>
        <p:blipFill>
          <a:blip r:embed="rId2">
            <a:alphaModFix amt="32000"/>
          </a:blip>
          <a:stretch>
            <a:fillRect/>
          </a:stretch>
        </p:blipFill>
        <p:spPr>
          <a:xfrm>
            <a:off x="0" y="0"/>
            <a:ext cx="12192000" cy="6858000"/>
          </a:xfrm>
          <a:prstGeom prst="rect">
            <a:avLst/>
          </a:prstGeom>
          <a:noFill/>
          <a:ln>
            <a:noFill/>
          </a:ln>
        </p:spPr>
      </p:pic>
      <p:sp>
        <p:nvSpPr>
          <p:cNvPr id="105" name="Google Shape;105;p18"/>
          <p:cNvSpPr/>
          <p:nvPr/>
        </p:nvSpPr>
        <p:spPr>
          <a:xfrm>
            <a:off x="184000" y="141200"/>
            <a:ext cx="11824000" cy="6575600"/>
          </a:xfrm>
          <a:prstGeom prst="rect">
            <a:avLst/>
          </a:prstGeom>
          <a:solidFill>
            <a:srgbClr val="FFF9F5">
              <a:alpha val="86790"/>
            </a:srgbClr>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p>
        </p:txBody>
      </p:sp>
      <p:sp>
        <p:nvSpPr>
          <p:cNvPr id="106" name="Google Shape;106;p18"/>
          <p:cNvSpPr txBox="1">
            <a:spLocks noGrp="1"/>
          </p:cNvSpPr>
          <p:nvPr>
            <p:ph type="title"/>
          </p:nvPr>
        </p:nvSpPr>
        <p:spPr>
          <a:xfrm>
            <a:off x="3732000" y="1041651"/>
            <a:ext cx="4728000" cy="124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sz="8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7" name="Google Shape;107;p18"/>
          <p:cNvSpPr txBox="1">
            <a:spLocks noGrp="1"/>
          </p:cNvSpPr>
          <p:nvPr>
            <p:ph type="subTitle" idx="1"/>
          </p:nvPr>
        </p:nvSpPr>
        <p:spPr>
          <a:xfrm>
            <a:off x="4336800" y="2098951"/>
            <a:ext cx="3518400" cy="1415600"/>
          </a:xfrm>
          <a:prstGeom prst="rect">
            <a:avLst/>
          </a:prstGeom>
        </p:spPr>
        <p:txBody>
          <a:bodyPr spcFirstLastPara="1" wrap="square" lIns="91425" tIns="91425" rIns="91425" bIns="91425" anchor="t" anchorCtr="0">
            <a:noAutofit/>
          </a:bodyPr>
          <a:lstStyle>
            <a:lvl1pPr lvl="0" algn="ctr">
              <a:spcBef>
                <a:spcPts val="0"/>
              </a:spcBef>
              <a:spcAft>
                <a:spcPts val="0"/>
              </a:spcAft>
              <a:buSzPts val="1800"/>
              <a:buNone/>
              <a:defRPr sz="1867"/>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18"/>
          <p:cNvSpPr txBox="1"/>
          <p:nvPr/>
        </p:nvSpPr>
        <p:spPr>
          <a:xfrm>
            <a:off x="3523400" y="4420267"/>
            <a:ext cx="5145200" cy="9616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 sz="1600" b="1">
                <a:solidFill>
                  <a:schemeClr val="dk1"/>
                </a:solidFill>
                <a:latin typeface="Archivo"/>
                <a:ea typeface="Archivo"/>
                <a:cs typeface="Archivo"/>
                <a:sym typeface="Archivo"/>
              </a:rPr>
              <a:t>CREDITS:</a:t>
            </a:r>
            <a:r>
              <a:rPr lang="en" sz="1600">
                <a:solidFill>
                  <a:schemeClr val="dk1"/>
                </a:solidFill>
                <a:latin typeface="Archivo"/>
                <a:ea typeface="Archivo"/>
                <a:cs typeface="Archivo"/>
                <a:sym typeface="Archivo"/>
              </a:rPr>
              <a:t> This presentation template was created by </a:t>
            </a:r>
            <a:r>
              <a:rPr lang="en" sz="1600" b="1" u="sng">
                <a:solidFill>
                  <a:schemeClr val="dk1"/>
                </a:solidFill>
                <a:latin typeface="Archivo"/>
                <a:ea typeface="Archivo"/>
                <a:cs typeface="Archivo"/>
                <a:sym typeface="Archivo"/>
                <a:hlinkClick r:id="rId3">
                  <a:extLst>
                    <a:ext uri="{A12FA001-AC4F-418D-AE19-62706E023703}">
                      <ahyp:hlinkClr xmlns:ahyp="http://schemas.microsoft.com/office/drawing/2018/hyperlinkcolor" val="tx"/>
                    </a:ext>
                  </a:extLst>
                </a:hlinkClick>
              </a:rPr>
              <a:t>Slidesgo</a:t>
            </a:r>
            <a:r>
              <a:rPr lang="en" sz="1600">
                <a:solidFill>
                  <a:schemeClr val="dk1"/>
                </a:solidFill>
                <a:latin typeface="Archivo"/>
                <a:ea typeface="Archivo"/>
                <a:cs typeface="Archivo"/>
                <a:sym typeface="Archivo"/>
              </a:rPr>
              <a:t>, including icons by </a:t>
            </a:r>
            <a:r>
              <a:rPr lang="en" sz="1600" b="1" u="sng">
                <a:solidFill>
                  <a:schemeClr val="dk1"/>
                </a:solidFill>
                <a:latin typeface="Archivo"/>
                <a:ea typeface="Archivo"/>
                <a:cs typeface="Archivo"/>
                <a:sym typeface="Archivo"/>
                <a:hlinkClick r:id="rId4">
                  <a:extLst>
                    <a:ext uri="{A12FA001-AC4F-418D-AE19-62706E023703}">
                      <ahyp:hlinkClr xmlns:ahyp="http://schemas.microsoft.com/office/drawing/2018/hyperlinkcolor" val="tx"/>
                    </a:ext>
                  </a:extLst>
                </a:hlinkClick>
              </a:rPr>
              <a:t>Flaticon</a:t>
            </a:r>
            <a:r>
              <a:rPr lang="en" sz="1600">
                <a:solidFill>
                  <a:schemeClr val="dk1"/>
                </a:solidFill>
                <a:latin typeface="Archivo"/>
                <a:ea typeface="Archivo"/>
                <a:cs typeface="Archivo"/>
                <a:sym typeface="Archivo"/>
              </a:rPr>
              <a:t>, infographics &amp; images by </a:t>
            </a:r>
            <a:r>
              <a:rPr lang="en" sz="1600" b="1" u="sng">
                <a:solidFill>
                  <a:schemeClr val="dk1"/>
                </a:solidFill>
                <a:latin typeface="Archivo"/>
                <a:ea typeface="Archivo"/>
                <a:cs typeface="Archivo"/>
                <a:sym typeface="Archivo"/>
                <a:hlinkClick r:id="rId5">
                  <a:extLst>
                    <a:ext uri="{A12FA001-AC4F-418D-AE19-62706E023703}">
                      <ahyp:hlinkClr xmlns:ahyp="http://schemas.microsoft.com/office/drawing/2018/hyperlinkcolor" val="tx"/>
                    </a:ext>
                  </a:extLst>
                </a:hlinkClick>
              </a:rPr>
              <a:t>Freepik</a:t>
            </a:r>
            <a:r>
              <a:rPr lang="en" sz="1600" u="sng">
                <a:solidFill>
                  <a:schemeClr val="dk1"/>
                </a:solidFill>
                <a:latin typeface="Archivo"/>
                <a:ea typeface="Archivo"/>
                <a:cs typeface="Archivo"/>
                <a:sym typeface="Archivo"/>
              </a:rPr>
              <a:t> </a:t>
            </a:r>
            <a:endParaRPr sz="1600" u="sng">
              <a:solidFill>
                <a:schemeClr val="dk1"/>
              </a:solidFill>
              <a:latin typeface="Archivo"/>
              <a:ea typeface="Archivo"/>
              <a:cs typeface="Archivo"/>
              <a:sym typeface="Archivo"/>
            </a:endParaRPr>
          </a:p>
        </p:txBody>
      </p:sp>
      <p:sp>
        <p:nvSpPr>
          <p:cNvPr id="109" name="Google Shape;109;p18"/>
          <p:cNvSpPr/>
          <p:nvPr/>
        </p:nvSpPr>
        <p:spPr>
          <a:xfrm rot="-6394539">
            <a:off x="9776329" y="-662143"/>
            <a:ext cx="2929415" cy="2860521"/>
          </a:xfrm>
          <a:custGeom>
            <a:avLst/>
            <a:gdLst/>
            <a:ahLst/>
            <a:cxnLst/>
            <a:rect l="l" t="t" r="r" b="b"/>
            <a:pathLst>
              <a:path w="2199227" h="2147506" extrusionOk="0">
                <a:moveTo>
                  <a:pt x="2199227" y="0"/>
                </a:moveTo>
                <a:cubicBezTo>
                  <a:pt x="1773555" y="210312"/>
                  <a:pt x="1306544" y="281273"/>
                  <a:pt x="913924" y="600647"/>
                </a:cubicBezTo>
                <a:cubicBezTo>
                  <a:pt x="239173" y="1149382"/>
                  <a:pt x="311753" y="1655826"/>
                  <a:pt x="0" y="2147507"/>
                </a:cubicBezTo>
              </a:path>
            </a:pathLst>
          </a:custGeom>
          <a:noFill/>
          <a:ln w="38100" cap="flat" cmpd="sng">
            <a:solidFill>
              <a:schemeClr val="lt1"/>
            </a:solidFill>
            <a:prstDash val="dashDot"/>
            <a:miter lim="8000"/>
            <a:headEnd type="none" w="sm" len="sm"/>
            <a:tailEnd type="none" w="sm" len="sm"/>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783154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110"/>
        <p:cNvGrpSpPr/>
        <p:nvPr/>
      </p:nvGrpSpPr>
      <p:grpSpPr>
        <a:xfrm>
          <a:off x="0" y="0"/>
          <a:ext cx="0" cy="0"/>
          <a:chOff x="0" y="0"/>
          <a:chExt cx="0" cy="0"/>
        </a:xfrm>
      </p:grpSpPr>
      <p:pic>
        <p:nvPicPr>
          <p:cNvPr id="111" name="Google Shape;111;p19"/>
          <p:cNvPicPr preferRelativeResize="0"/>
          <p:nvPr/>
        </p:nvPicPr>
        <p:blipFill>
          <a:blip r:embed="rId2">
            <a:alphaModFix amt="32000"/>
          </a:blip>
          <a:stretch>
            <a:fillRect/>
          </a:stretch>
        </p:blipFill>
        <p:spPr>
          <a:xfrm>
            <a:off x="0" y="0"/>
            <a:ext cx="12192000" cy="6858000"/>
          </a:xfrm>
          <a:prstGeom prst="rect">
            <a:avLst/>
          </a:prstGeom>
          <a:noFill/>
          <a:ln>
            <a:noFill/>
          </a:ln>
        </p:spPr>
      </p:pic>
      <p:sp>
        <p:nvSpPr>
          <p:cNvPr id="112" name="Google Shape;112;p19"/>
          <p:cNvSpPr/>
          <p:nvPr/>
        </p:nvSpPr>
        <p:spPr>
          <a:xfrm>
            <a:off x="184000" y="141200"/>
            <a:ext cx="11824000" cy="6575600"/>
          </a:xfrm>
          <a:prstGeom prst="rect">
            <a:avLst/>
          </a:prstGeom>
          <a:solidFill>
            <a:srgbClr val="FFF9F5">
              <a:alpha val="86790"/>
            </a:srgbClr>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p>
        </p:txBody>
      </p:sp>
      <p:sp>
        <p:nvSpPr>
          <p:cNvPr id="113" name="Google Shape;113;p19"/>
          <p:cNvSpPr/>
          <p:nvPr/>
        </p:nvSpPr>
        <p:spPr>
          <a:xfrm rot="10619233">
            <a:off x="-752559" y="-565496"/>
            <a:ext cx="2929020" cy="2860136"/>
          </a:xfrm>
          <a:custGeom>
            <a:avLst/>
            <a:gdLst/>
            <a:ahLst/>
            <a:cxnLst/>
            <a:rect l="l" t="t" r="r" b="b"/>
            <a:pathLst>
              <a:path w="2199227" h="2147506" extrusionOk="0">
                <a:moveTo>
                  <a:pt x="2199227" y="0"/>
                </a:moveTo>
                <a:cubicBezTo>
                  <a:pt x="1773555" y="210312"/>
                  <a:pt x="1306544" y="281273"/>
                  <a:pt x="913924" y="600647"/>
                </a:cubicBezTo>
                <a:cubicBezTo>
                  <a:pt x="239173" y="1149382"/>
                  <a:pt x="311753" y="1655826"/>
                  <a:pt x="0" y="2147507"/>
                </a:cubicBezTo>
              </a:path>
            </a:pathLst>
          </a:custGeom>
          <a:noFill/>
          <a:ln w="38100" cap="flat" cmpd="sng">
            <a:solidFill>
              <a:schemeClr val="lt1"/>
            </a:solidFill>
            <a:prstDash val="dashDot"/>
            <a:miter lim="8000"/>
            <a:headEnd type="none" w="sm" len="sm"/>
            <a:tailEnd type="none" w="sm" len="sm"/>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14" name="Google Shape;114;p19"/>
          <p:cNvSpPr/>
          <p:nvPr/>
        </p:nvSpPr>
        <p:spPr>
          <a:xfrm rot="7856596">
            <a:off x="5103166" y="5039705"/>
            <a:ext cx="9219881" cy="2464688"/>
          </a:xfrm>
          <a:custGeom>
            <a:avLst/>
            <a:gdLst/>
            <a:ahLst/>
            <a:cxnLst/>
            <a:rect l="l" t="t" r="r" b="b"/>
            <a:pathLst>
              <a:path w="6918198" h="1849395" extrusionOk="0">
                <a:moveTo>
                  <a:pt x="0" y="177784"/>
                </a:moveTo>
                <a:cubicBezTo>
                  <a:pt x="100203" y="107299"/>
                  <a:pt x="223456" y="52721"/>
                  <a:pt x="373190" y="27098"/>
                </a:cubicBezTo>
                <a:cubicBezTo>
                  <a:pt x="1479137" y="-161782"/>
                  <a:pt x="1810417" y="687371"/>
                  <a:pt x="1869472" y="1007316"/>
                </a:cubicBezTo>
                <a:cubicBezTo>
                  <a:pt x="1925193" y="1309163"/>
                  <a:pt x="2187416" y="1730549"/>
                  <a:pt x="2484311" y="1808273"/>
                </a:cubicBezTo>
                <a:cubicBezTo>
                  <a:pt x="2807970" y="1892951"/>
                  <a:pt x="3302413" y="1843421"/>
                  <a:pt x="3600450" y="1691306"/>
                </a:cubicBezTo>
                <a:cubicBezTo>
                  <a:pt x="4213860" y="1378315"/>
                  <a:pt x="4601242" y="500491"/>
                  <a:pt x="5218177" y="194453"/>
                </a:cubicBezTo>
                <a:cubicBezTo>
                  <a:pt x="5729002" y="-58912"/>
                  <a:pt x="6471762" y="-12621"/>
                  <a:pt x="6918198" y="239887"/>
                </a:cubicBezTo>
              </a:path>
            </a:pathLst>
          </a:custGeom>
          <a:noFill/>
          <a:ln w="38100" cap="flat" cmpd="sng">
            <a:solidFill>
              <a:schemeClr val="lt1"/>
            </a:solidFill>
            <a:prstDash val="dashDot"/>
            <a:miter lim="8000"/>
            <a:headEnd type="none" w="sm" len="sm"/>
            <a:tailEnd type="none" w="sm" len="sm"/>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338698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115"/>
        <p:cNvGrpSpPr/>
        <p:nvPr/>
      </p:nvGrpSpPr>
      <p:grpSpPr>
        <a:xfrm>
          <a:off x="0" y="0"/>
          <a:ext cx="0" cy="0"/>
          <a:chOff x="0" y="0"/>
          <a:chExt cx="0" cy="0"/>
        </a:xfrm>
      </p:grpSpPr>
      <p:pic>
        <p:nvPicPr>
          <p:cNvPr id="116" name="Google Shape;116;p20"/>
          <p:cNvPicPr preferRelativeResize="0"/>
          <p:nvPr/>
        </p:nvPicPr>
        <p:blipFill>
          <a:blip r:embed="rId2">
            <a:alphaModFix amt="32000"/>
          </a:blip>
          <a:stretch>
            <a:fillRect/>
          </a:stretch>
        </p:blipFill>
        <p:spPr>
          <a:xfrm>
            <a:off x="0" y="0"/>
            <a:ext cx="12192000" cy="6858000"/>
          </a:xfrm>
          <a:prstGeom prst="rect">
            <a:avLst/>
          </a:prstGeom>
          <a:noFill/>
          <a:ln>
            <a:noFill/>
          </a:ln>
        </p:spPr>
      </p:pic>
      <p:sp>
        <p:nvSpPr>
          <p:cNvPr id="117" name="Google Shape;117;p20"/>
          <p:cNvSpPr/>
          <p:nvPr/>
        </p:nvSpPr>
        <p:spPr>
          <a:xfrm>
            <a:off x="184000" y="141200"/>
            <a:ext cx="11824000" cy="6575600"/>
          </a:xfrm>
          <a:prstGeom prst="rect">
            <a:avLst/>
          </a:prstGeom>
          <a:solidFill>
            <a:srgbClr val="FFF9F5">
              <a:alpha val="86790"/>
            </a:srgbClr>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p>
        </p:txBody>
      </p:sp>
      <p:sp>
        <p:nvSpPr>
          <p:cNvPr id="118" name="Google Shape;118;p20"/>
          <p:cNvSpPr/>
          <p:nvPr/>
        </p:nvSpPr>
        <p:spPr>
          <a:xfrm rot="-8835886">
            <a:off x="-2865517" y="3993434"/>
            <a:ext cx="9211341" cy="2462405"/>
          </a:xfrm>
          <a:custGeom>
            <a:avLst/>
            <a:gdLst/>
            <a:ahLst/>
            <a:cxnLst/>
            <a:rect l="l" t="t" r="r" b="b"/>
            <a:pathLst>
              <a:path w="6918198" h="1849395" extrusionOk="0">
                <a:moveTo>
                  <a:pt x="0" y="177784"/>
                </a:moveTo>
                <a:cubicBezTo>
                  <a:pt x="100203" y="107299"/>
                  <a:pt x="223456" y="52721"/>
                  <a:pt x="373190" y="27098"/>
                </a:cubicBezTo>
                <a:cubicBezTo>
                  <a:pt x="1479137" y="-161782"/>
                  <a:pt x="1810417" y="687371"/>
                  <a:pt x="1869472" y="1007316"/>
                </a:cubicBezTo>
                <a:cubicBezTo>
                  <a:pt x="1925193" y="1309163"/>
                  <a:pt x="2187416" y="1730549"/>
                  <a:pt x="2484311" y="1808273"/>
                </a:cubicBezTo>
                <a:cubicBezTo>
                  <a:pt x="2807970" y="1892951"/>
                  <a:pt x="3302413" y="1843421"/>
                  <a:pt x="3600450" y="1691306"/>
                </a:cubicBezTo>
                <a:cubicBezTo>
                  <a:pt x="4213860" y="1378315"/>
                  <a:pt x="4601242" y="500491"/>
                  <a:pt x="5218177" y="194453"/>
                </a:cubicBezTo>
                <a:cubicBezTo>
                  <a:pt x="5729002" y="-58912"/>
                  <a:pt x="6471762" y="-12621"/>
                  <a:pt x="6918198" y="239887"/>
                </a:cubicBezTo>
              </a:path>
            </a:pathLst>
          </a:custGeom>
          <a:noFill/>
          <a:ln w="38100" cap="flat" cmpd="sng">
            <a:solidFill>
              <a:schemeClr val="lt1"/>
            </a:solidFill>
            <a:prstDash val="dashDot"/>
            <a:miter lim="8000"/>
            <a:headEnd type="none" w="sm" len="sm"/>
            <a:tailEnd type="none" w="sm" len="sm"/>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19" name="Google Shape;119;p20"/>
          <p:cNvSpPr/>
          <p:nvPr/>
        </p:nvSpPr>
        <p:spPr>
          <a:xfrm rot="-6221962" flipH="1">
            <a:off x="9525351" y="-2711642"/>
            <a:ext cx="4088443" cy="4587217"/>
          </a:xfrm>
          <a:custGeom>
            <a:avLst/>
            <a:gdLst/>
            <a:ahLst/>
            <a:cxnLst/>
            <a:rect l="l" t="t" r="r" b="b"/>
            <a:pathLst>
              <a:path w="2287217" h="2566249" extrusionOk="0">
                <a:moveTo>
                  <a:pt x="1719929" y="2566250"/>
                </a:moveTo>
                <a:cubicBezTo>
                  <a:pt x="1628204" y="2188012"/>
                  <a:pt x="1862900" y="1824633"/>
                  <a:pt x="2067592" y="1544693"/>
                </a:cubicBezTo>
                <a:cubicBezTo>
                  <a:pt x="2982278" y="294156"/>
                  <a:pt x="794480" y="-477464"/>
                  <a:pt x="0" y="332923"/>
                </a:cubicBezTo>
              </a:path>
            </a:pathLst>
          </a:custGeom>
          <a:noFill/>
          <a:ln w="38100" cap="flat" cmpd="sng">
            <a:solidFill>
              <a:schemeClr val="lt1"/>
            </a:solidFill>
            <a:prstDash val="dashDot"/>
            <a:miter lim="8000"/>
            <a:headEnd type="none" w="sm" len="sm"/>
            <a:tailEnd type="none" w="sm" len="sm"/>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629323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2800"/>
              <a:buFont typeface="Koulen"/>
              <a:buNone/>
              <a:defRPr sz="2800">
                <a:solidFill>
                  <a:schemeClr val="dk1"/>
                </a:solidFill>
                <a:latin typeface="Koulen"/>
                <a:ea typeface="Koulen"/>
                <a:cs typeface="Koulen"/>
                <a:sym typeface="Koulen"/>
              </a:defRPr>
            </a:lvl1pPr>
            <a:lvl2pPr lvl="1">
              <a:lnSpc>
                <a:spcPct val="100000"/>
              </a:lnSpc>
              <a:spcBef>
                <a:spcPts val="0"/>
              </a:spcBef>
              <a:spcAft>
                <a:spcPts val="0"/>
              </a:spcAft>
              <a:buClr>
                <a:schemeClr val="dk1"/>
              </a:buClr>
              <a:buSzPts val="2800"/>
              <a:buFont typeface="Koulen"/>
              <a:buNone/>
              <a:defRPr sz="2800">
                <a:solidFill>
                  <a:schemeClr val="dk1"/>
                </a:solidFill>
                <a:latin typeface="Koulen"/>
                <a:ea typeface="Koulen"/>
                <a:cs typeface="Koulen"/>
                <a:sym typeface="Koulen"/>
              </a:defRPr>
            </a:lvl2pPr>
            <a:lvl3pPr lvl="2">
              <a:lnSpc>
                <a:spcPct val="100000"/>
              </a:lnSpc>
              <a:spcBef>
                <a:spcPts val="0"/>
              </a:spcBef>
              <a:spcAft>
                <a:spcPts val="0"/>
              </a:spcAft>
              <a:buClr>
                <a:schemeClr val="dk1"/>
              </a:buClr>
              <a:buSzPts val="2800"/>
              <a:buFont typeface="Koulen"/>
              <a:buNone/>
              <a:defRPr sz="2800">
                <a:solidFill>
                  <a:schemeClr val="dk1"/>
                </a:solidFill>
                <a:latin typeface="Koulen"/>
                <a:ea typeface="Koulen"/>
                <a:cs typeface="Koulen"/>
                <a:sym typeface="Koulen"/>
              </a:defRPr>
            </a:lvl3pPr>
            <a:lvl4pPr lvl="3">
              <a:lnSpc>
                <a:spcPct val="100000"/>
              </a:lnSpc>
              <a:spcBef>
                <a:spcPts val="0"/>
              </a:spcBef>
              <a:spcAft>
                <a:spcPts val="0"/>
              </a:spcAft>
              <a:buClr>
                <a:schemeClr val="dk1"/>
              </a:buClr>
              <a:buSzPts val="2800"/>
              <a:buFont typeface="Koulen"/>
              <a:buNone/>
              <a:defRPr sz="2800">
                <a:solidFill>
                  <a:schemeClr val="dk1"/>
                </a:solidFill>
                <a:latin typeface="Koulen"/>
                <a:ea typeface="Koulen"/>
                <a:cs typeface="Koulen"/>
                <a:sym typeface="Koulen"/>
              </a:defRPr>
            </a:lvl4pPr>
            <a:lvl5pPr lvl="4">
              <a:lnSpc>
                <a:spcPct val="100000"/>
              </a:lnSpc>
              <a:spcBef>
                <a:spcPts val="0"/>
              </a:spcBef>
              <a:spcAft>
                <a:spcPts val="0"/>
              </a:spcAft>
              <a:buClr>
                <a:schemeClr val="dk1"/>
              </a:buClr>
              <a:buSzPts val="2800"/>
              <a:buFont typeface="Koulen"/>
              <a:buNone/>
              <a:defRPr sz="2800">
                <a:solidFill>
                  <a:schemeClr val="dk1"/>
                </a:solidFill>
                <a:latin typeface="Koulen"/>
                <a:ea typeface="Koulen"/>
                <a:cs typeface="Koulen"/>
                <a:sym typeface="Koulen"/>
              </a:defRPr>
            </a:lvl5pPr>
            <a:lvl6pPr lvl="5">
              <a:lnSpc>
                <a:spcPct val="100000"/>
              </a:lnSpc>
              <a:spcBef>
                <a:spcPts val="0"/>
              </a:spcBef>
              <a:spcAft>
                <a:spcPts val="0"/>
              </a:spcAft>
              <a:buClr>
                <a:schemeClr val="dk1"/>
              </a:buClr>
              <a:buSzPts val="2800"/>
              <a:buFont typeface="Koulen"/>
              <a:buNone/>
              <a:defRPr sz="2800">
                <a:solidFill>
                  <a:schemeClr val="dk1"/>
                </a:solidFill>
                <a:latin typeface="Koulen"/>
                <a:ea typeface="Koulen"/>
                <a:cs typeface="Koulen"/>
                <a:sym typeface="Koulen"/>
              </a:defRPr>
            </a:lvl6pPr>
            <a:lvl7pPr lvl="6">
              <a:lnSpc>
                <a:spcPct val="100000"/>
              </a:lnSpc>
              <a:spcBef>
                <a:spcPts val="0"/>
              </a:spcBef>
              <a:spcAft>
                <a:spcPts val="0"/>
              </a:spcAft>
              <a:buClr>
                <a:schemeClr val="dk1"/>
              </a:buClr>
              <a:buSzPts val="2800"/>
              <a:buFont typeface="Koulen"/>
              <a:buNone/>
              <a:defRPr sz="2800">
                <a:solidFill>
                  <a:schemeClr val="dk1"/>
                </a:solidFill>
                <a:latin typeface="Koulen"/>
                <a:ea typeface="Koulen"/>
                <a:cs typeface="Koulen"/>
                <a:sym typeface="Koulen"/>
              </a:defRPr>
            </a:lvl7pPr>
            <a:lvl8pPr lvl="7">
              <a:lnSpc>
                <a:spcPct val="100000"/>
              </a:lnSpc>
              <a:spcBef>
                <a:spcPts val="0"/>
              </a:spcBef>
              <a:spcAft>
                <a:spcPts val="0"/>
              </a:spcAft>
              <a:buClr>
                <a:schemeClr val="dk1"/>
              </a:buClr>
              <a:buSzPts val="2800"/>
              <a:buFont typeface="Koulen"/>
              <a:buNone/>
              <a:defRPr sz="2800">
                <a:solidFill>
                  <a:schemeClr val="dk1"/>
                </a:solidFill>
                <a:latin typeface="Koulen"/>
                <a:ea typeface="Koulen"/>
                <a:cs typeface="Koulen"/>
                <a:sym typeface="Koulen"/>
              </a:defRPr>
            </a:lvl8pPr>
            <a:lvl9pPr lvl="8">
              <a:lnSpc>
                <a:spcPct val="100000"/>
              </a:lnSpc>
              <a:spcBef>
                <a:spcPts val="0"/>
              </a:spcBef>
              <a:spcAft>
                <a:spcPts val="0"/>
              </a:spcAft>
              <a:buClr>
                <a:schemeClr val="dk1"/>
              </a:buClr>
              <a:buSzPts val="2800"/>
              <a:buFont typeface="Koulen"/>
              <a:buNone/>
              <a:defRPr sz="2800">
                <a:solidFill>
                  <a:schemeClr val="dk1"/>
                </a:solidFill>
                <a:latin typeface="Koulen"/>
                <a:ea typeface="Koulen"/>
                <a:cs typeface="Koulen"/>
                <a:sym typeface="Koulen"/>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Arimo"/>
              <a:buChar char="●"/>
              <a:defRPr sz="1800">
                <a:solidFill>
                  <a:schemeClr val="dk1"/>
                </a:solidFill>
                <a:latin typeface="Arimo"/>
                <a:ea typeface="Arimo"/>
                <a:cs typeface="Arimo"/>
                <a:sym typeface="Arimo"/>
              </a:defRPr>
            </a:lvl1pPr>
            <a:lvl2pPr marL="914400" lvl="1"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2pPr>
            <a:lvl3pPr marL="1371600" lvl="2"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3pPr>
            <a:lvl4pPr marL="1828800" lvl="3"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4pPr>
            <a:lvl5pPr marL="2286000" lvl="4"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5pPr>
            <a:lvl6pPr marL="2743200" lvl="5"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6pPr>
            <a:lvl7pPr marL="3200400" lvl="6"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7pPr>
            <a:lvl8pPr marL="3657600" lvl="7"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8pPr>
            <a:lvl9pPr marL="4114800" lvl="8"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9pPr>
          </a:lstStyle>
          <a:p>
            <a:endParaRPr/>
          </a:p>
        </p:txBody>
      </p:sp>
    </p:spTree>
    <p:extLst>
      <p:ext uri="{BB962C8B-B14F-4D97-AF65-F5344CB8AC3E}">
        <p14:creationId xmlns:p14="http://schemas.microsoft.com/office/powerpoint/2010/main" val="856625123"/>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76" r:id="rId3"/>
    <p:sldLayoutId id="2147483677" r:id="rId4"/>
    <p:sldLayoutId id="2147483679" r:id="rId5"/>
    <p:sldLayoutId id="2147483680" r:id="rId6"/>
    <p:sldLayoutId id="2147483682" r:id="rId7"/>
    <p:sldLayoutId id="2147483687" r:id="rId8"/>
    <p:sldLayoutId id="2147483688" r:id="rId9"/>
    <p:sldLayoutId id="2147483689" r:id="rId10"/>
    <p:sldLayoutId id="2147483690" r:id="rId11"/>
    <p:sldLayoutId id="214748369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6BBAE-DF9A-EE16-A762-40DB12C62A5E}"/>
              </a:ext>
            </a:extLst>
          </p:cNvPr>
          <p:cNvSpPr>
            <a:spLocks noGrp="1"/>
          </p:cNvSpPr>
          <p:nvPr>
            <p:ph type="title"/>
          </p:nvPr>
        </p:nvSpPr>
        <p:spPr>
          <a:xfrm>
            <a:off x="653667" y="600200"/>
            <a:ext cx="9372928" cy="5454400"/>
          </a:xfrm>
        </p:spPr>
        <p:txBody>
          <a:bodyPr/>
          <a:lstStyle/>
          <a:p>
            <a:r>
              <a:rPr lang="en-US" sz="5000" b="1">
                <a:latin typeface="Arimo Medium"/>
                <a:ea typeface="Arimo Medium" panose="020B0604020202020204" charset="0"/>
                <a:cs typeface="Arimo Medium" panose="020B0604020202020204" charset="0"/>
              </a:rPr>
              <a:t>Identifying Customer Patterns Influencing Hotel Bookings </a:t>
            </a:r>
            <a:br>
              <a:rPr lang="en-US" sz="5000" b="1">
                <a:latin typeface="Arimo Medium" panose="020B0604020202020204" charset="0"/>
                <a:ea typeface="Arimo Medium" panose="020B0604020202020204" charset="0"/>
                <a:cs typeface="Arimo Medium" panose="020B0604020202020204" charset="0"/>
              </a:rPr>
            </a:br>
            <a:r>
              <a:rPr lang="en-US" sz="5000" b="1">
                <a:latin typeface="Arimo Medium"/>
                <a:ea typeface="Arimo Medium" panose="020B0604020202020204" charset="0"/>
                <a:cs typeface="Arimo Medium" panose="020B0604020202020204" charset="0"/>
              </a:rPr>
              <a:t>on</a:t>
            </a:r>
            <a:br>
              <a:rPr lang="en-US" sz="4000" b="1">
                <a:latin typeface="Avenir Next LT Pro" panose="020B0504020202020204" pitchFamily="34" charset="0"/>
              </a:rPr>
            </a:br>
            <a:br>
              <a:rPr lang="en-US" sz="4000">
                <a:latin typeface="Avenir Next LT Pro" panose="020B0504020202020204" pitchFamily="34" charset="0"/>
              </a:rPr>
            </a:br>
            <a:r>
              <a:rPr lang="en-US" sz="3200">
                <a:latin typeface="Avenir Next LT Pro"/>
              </a:rPr>
              <a:t>Project Presentation By Elevate Travel Consulting</a:t>
            </a:r>
            <a:br>
              <a:rPr lang="en-US" sz="3200" i="1">
                <a:latin typeface="Avenir Next LT Pro" panose="020B0504020202020204" pitchFamily="34" charset="0"/>
              </a:rPr>
            </a:br>
            <a:br>
              <a:rPr lang="en-US" sz="3200" i="1">
                <a:latin typeface="Avenir Next LT Pro" panose="020B0504020202020204" pitchFamily="34" charset="0"/>
              </a:rPr>
            </a:br>
            <a:r>
              <a:rPr lang="en-US" sz="2650" i="1">
                <a:latin typeface="Avenir Next LT Pro"/>
              </a:rPr>
              <a:t>Group 7B: Tyler Camelot, Ziqi Huang, Yu-Fang Huang,      </a:t>
            </a:r>
            <a:r>
              <a:rPr lang="en-US" sz="2700" i="1" err="1">
                <a:latin typeface="Avenir Next LT Pro"/>
              </a:rPr>
              <a:t>Ilnaz</a:t>
            </a:r>
            <a:r>
              <a:rPr lang="en-US" sz="2700" i="1">
                <a:latin typeface="Avenir Next LT Pro"/>
              </a:rPr>
              <a:t> Bagheri, </a:t>
            </a:r>
            <a:r>
              <a:rPr lang="en-US" sz="2650" i="1">
                <a:latin typeface="Avenir Next LT Pro"/>
              </a:rPr>
              <a:t>Lasya Reddy Kotha</a:t>
            </a:r>
          </a:p>
        </p:txBody>
      </p:sp>
      <p:pic>
        <p:nvPicPr>
          <p:cNvPr id="3" name="Picture 2" descr="Expedia Group">
            <a:extLst>
              <a:ext uri="{FF2B5EF4-FFF2-40B4-BE49-F238E27FC236}">
                <a16:creationId xmlns:a16="http://schemas.microsoft.com/office/drawing/2014/main" id="{0E9B58CA-44C4-C6D6-7782-C8B4DAE200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1539" y="2605320"/>
            <a:ext cx="3109652" cy="626385"/>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31;p24">
            <a:extLst>
              <a:ext uri="{FF2B5EF4-FFF2-40B4-BE49-F238E27FC236}">
                <a16:creationId xmlns:a16="http://schemas.microsoft.com/office/drawing/2014/main" id="{9084EF82-8781-0527-0F07-17716EC7B88F}"/>
              </a:ext>
            </a:extLst>
          </p:cNvPr>
          <p:cNvSpPr/>
          <p:nvPr/>
        </p:nvSpPr>
        <p:spPr>
          <a:xfrm rot="-2700000">
            <a:off x="4886963" y="2957258"/>
            <a:ext cx="9119383" cy="2216477"/>
          </a:xfrm>
          <a:custGeom>
            <a:avLst/>
            <a:gdLst/>
            <a:ahLst/>
            <a:cxnLst/>
            <a:rect l="l" t="t" r="r" b="b"/>
            <a:pathLst>
              <a:path w="6918198" h="1849395" extrusionOk="0">
                <a:moveTo>
                  <a:pt x="0" y="177784"/>
                </a:moveTo>
                <a:cubicBezTo>
                  <a:pt x="100203" y="107299"/>
                  <a:pt x="223456" y="52721"/>
                  <a:pt x="373190" y="27098"/>
                </a:cubicBezTo>
                <a:cubicBezTo>
                  <a:pt x="1479137" y="-161782"/>
                  <a:pt x="1810417" y="687371"/>
                  <a:pt x="1869472" y="1007316"/>
                </a:cubicBezTo>
                <a:cubicBezTo>
                  <a:pt x="1925193" y="1309163"/>
                  <a:pt x="2187416" y="1730549"/>
                  <a:pt x="2484311" y="1808273"/>
                </a:cubicBezTo>
                <a:cubicBezTo>
                  <a:pt x="2807970" y="1892951"/>
                  <a:pt x="3302413" y="1843421"/>
                  <a:pt x="3600450" y="1691306"/>
                </a:cubicBezTo>
                <a:cubicBezTo>
                  <a:pt x="4213860" y="1378315"/>
                  <a:pt x="4601242" y="500491"/>
                  <a:pt x="5218177" y="194453"/>
                </a:cubicBezTo>
                <a:cubicBezTo>
                  <a:pt x="5729002" y="-58912"/>
                  <a:pt x="6471762" y="-12621"/>
                  <a:pt x="6918198" y="239887"/>
                </a:cubicBezTo>
              </a:path>
            </a:pathLst>
          </a:custGeom>
          <a:noFill/>
          <a:ln w="38100" cap="flat" cmpd="sng">
            <a:solidFill>
              <a:schemeClr val="lt1"/>
            </a:solidFill>
            <a:prstDash val="dashDot"/>
            <a:miter lim="8000"/>
            <a:headEnd type="none" w="sm" len="sm"/>
            <a:tailEnd type="none" w="sm" len="sm"/>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nvGrpSpPr>
          <p:cNvPr id="5" name="Google Shape;313;p24">
            <a:extLst>
              <a:ext uri="{FF2B5EF4-FFF2-40B4-BE49-F238E27FC236}">
                <a16:creationId xmlns:a16="http://schemas.microsoft.com/office/drawing/2014/main" id="{AD0F56C3-92DB-29A1-92B0-5DAD5DDEB560}"/>
              </a:ext>
            </a:extLst>
          </p:cNvPr>
          <p:cNvGrpSpPr/>
          <p:nvPr/>
        </p:nvGrpSpPr>
        <p:grpSpPr>
          <a:xfrm rot="9444289">
            <a:off x="9158102" y="3015588"/>
            <a:ext cx="3390861" cy="2596025"/>
            <a:chOff x="3699492" y="3570502"/>
            <a:chExt cx="2543263" cy="1947108"/>
          </a:xfrm>
        </p:grpSpPr>
        <p:grpSp>
          <p:nvGrpSpPr>
            <p:cNvPr id="6" name="Google Shape;314;p24">
              <a:extLst>
                <a:ext uri="{FF2B5EF4-FFF2-40B4-BE49-F238E27FC236}">
                  <a16:creationId xmlns:a16="http://schemas.microsoft.com/office/drawing/2014/main" id="{961727D1-C4AA-75A9-1374-9E1E3F942A4F}"/>
                </a:ext>
              </a:extLst>
            </p:cNvPr>
            <p:cNvGrpSpPr/>
            <p:nvPr/>
          </p:nvGrpSpPr>
          <p:grpSpPr>
            <a:xfrm>
              <a:off x="3699492" y="3649310"/>
              <a:ext cx="2543263" cy="1868300"/>
              <a:chOff x="3327645" y="5190220"/>
              <a:chExt cx="1913667" cy="1405794"/>
            </a:xfrm>
          </p:grpSpPr>
          <p:grpSp>
            <p:nvGrpSpPr>
              <p:cNvPr id="8" name="Google Shape;315;p24">
                <a:extLst>
                  <a:ext uri="{FF2B5EF4-FFF2-40B4-BE49-F238E27FC236}">
                    <a16:creationId xmlns:a16="http://schemas.microsoft.com/office/drawing/2014/main" id="{8B3668FF-89A8-CFA3-6415-AD5ECB7D802C}"/>
                  </a:ext>
                </a:extLst>
              </p:cNvPr>
              <p:cNvGrpSpPr/>
              <p:nvPr/>
            </p:nvGrpSpPr>
            <p:grpSpPr>
              <a:xfrm>
                <a:off x="3327645" y="5190220"/>
                <a:ext cx="1913667" cy="1405794"/>
                <a:chOff x="3327645" y="5190220"/>
                <a:chExt cx="1913667" cy="1405794"/>
              </a:xfrm>
            </p:grpSpPr>
            <p:sp>
              <p:nvSpPr>
                <p:cNvPr id="10" name="Google Shape;316;p24">
                  <a:extLst>
                    <a:ext uri="{FF2B5EF4-FFF2-40B4-BE49-F238E27FC236}">
                      <a16:creationId xmlns:a16="http://schemas.microsoft.com/office/drawing/2014/main" id="{C8D8A985-6E47-0EB6-C28F-F7E2A0752A91}"/>
                    </a:ext>
                  </a:extLst>
                </p:cNvPr>
                <p:cNvSpPr/>
                <p:nvPr/>
              </p:nvSpPr>
              <p:spPr>
                <a:xfrm>
                  <a:off x="3327645" y="5190220"/>
                  <a:ext cx="1913667" cy="1405794"/>
                </a:xfrm>
                <a:custGeom>
                  <a:avLst/>
                  <a:gdLst/>
                  <a:ahLst/>
                  <a:cxnLst/>
                  <a:rect l="l" t="t" r="r" b="b"/>
                  <a:pathLst>
                    <a:path w="1913667" h="1405794" extrusionOk="0">
                      <a:moveTo>
                        <a:pt x="0" y="501777"/>
                      </a:moveTo>
                      <a:lnTo>
                        <a:pt x="304324" y="265176"/>
                      </a:lnTo>
                      <a:lnTo>
                        <a:pt x="673703" y="253746"/>
                      </a:lnTo>
                      <a:lnTo>
                        <a:pt x="978027" y="17240"/>
                      </a:lnTo>
                      <a:lnTo>
                        <a:pt x="1363028" y="0"/>
                      </a:lnTo>
                      <a:lnTo>
                        <a:pt x="1913668" y="722471"/>
                      </a:lnTo>
                      <a:lnTo>
                        <a:pt x="1419701" y="806387"/>
                      </a:lnTo>
                      <a:lnTo>
                        <a:pt x="965740" y="1071372"/>
                      </a:lnTo>
                      <a:lnTo>
                        <a:pt x="474726" y="1163098"/>
                      </a:lnTo>
                      <a:lnTo>
                        <a:pt x="57055" y="1405795"/>
                      </a:lnTo>
                      <a:lnTo>
                        <a:pt x="0" y="501777"/>
                      </a:lnTo>
                      <a:close/>
                    </a:path>
                  </a:pathLst>
                </a:custGeom>
                <a:solidFill>
                  <a:schemeClr val="dk2"/>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1" name="Google Shape;317;p24">
                  <a:extLst>
                    <a:ext uri="{FF2B5EF4-FFF2-40B4-BE49-F238E27FC236}">
                      <a16:creationId xmlns:a16="http://schemas.microsoft.com/office/drawing/2014/main" id="{3E259B55-D5F0-9457-7DEB-93C4A2C82CB4}"/>
                    </a:ext>
                  </a:extLst>
                </p:cNvPr>
                <p:cNvSpPr/>
                <p:nvPr/>
              </p:nvSpPr>
              <p:spPr>
                <a:xfrm>
                  <a:off x="3631968" y="5443966"/>
                  <a:ext cx="661415" cy="909351"/>
                </a:xfrm>
                <a:custGeom>
                  <a:avLst/>
                  <a:gdLst/>
                  <a:ahLst/>
                  <a:cxnLst/>
                  <a:rect l="l" t="t" r="r" b="b"/>
                  <a:pathLst>
                    <a:path w="661415" h="909351" extrusionOk="0">
                      <a:moveTo>
                        <a:pt x="0" y="11430"/>
                      </a:moveTo>
                      <a:lnTo>
                        <a:pt x="170402" y="909352"/>
                      </a:lnTo>
                      <a:lnTo>
                        <a:pt x="661416" y="817626"/>
                      </a:lnTo>
                      <a:lnTo>
                        <a:pt x="369380" y="0"/>
                      </a:lnTo>
                      <a:lnTo>
                        <a:pt x="0" y="11430"/>
                      </a:lnTo>
                      <a:close/>
                    </a:path>
                  </a:pathLst>
                </a:custGeom>
                <a:solidFill>
                  <a:schemeClr val="accent6"/>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2" name="Google Shape;318;p24">
                  <a:extLst>
                    <a:ext uri="{FF2B5EF4-FFF2-40B4-BE49-F238E27FC236}">
                      <a16:creationId xmlns:a16="http://schemas.microsoft.com/office/drawing/2014/main" id="{F4C67E1B-48E8-C392-2D85-95D8448577F0}"/>
                    </a:ext>
                  </a:extLst>
                </p:cNvPr>
                <p:cNvSpPr/>
                <p:nvPr/>
              </p:nvSpPr>
              <p:spPr>
                <a:xfrm>
                  <a:off x="4305672" y="5190220"/>
                  <a:ext cx="935640" cy="806386"/>
                </a:xfrm>
                <a:custGeom>
                  <a:avLst/>
                  <a:gdLst/>
                  <a:ahLst/>
                  <a:cxnLst/>
                  <a:rect l="l" t="t" r="r" b="b"/>
                  <a:pathLst>
                    <a:path w="935640" h="806386" extrusionOk="0">
                      <a:moveTo>
                        <a:pt x="0" y="17240"/>
                      </a:moveTo>
                      <a:lnTo>
                        <a:pt x="441674" y="806387"/>
                      </a:lnTo>
                      <a:lnTo>
                        <a:pt x="935641" y="722471"/>
                      </a:lnTo>
                      <a:lnTo>
                        <a:pt x="385001" y="0"/>
                      </a:lnTo>
                      <a:lnTo>
                        <a:pt x="0" y="17240"/>
                      </a:lnTo>
                      <a:close/>
                    </a:path>
                  </a:pathLst>
                </a:custGeom>
                <a:solidFill>
                  <a:schemeClr val="accent6"/>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sp>
            <p:nvSpPr>
              <p:cNvPr id="9" name="Google Shape;319;p24">
                <a:extLst>
                  <a:ext uri="{FF2B5EF4-FFF2-40B4-BE49-F238E27FC236}">
                    <a16:creationId xmlns:a16="http://schemas.microsoft.com/office/drawing/2014/main" id="{24EE3870-44F6-16D3-EFCA-9B30806AE82C}"/>
                  </a:ext>
                </a:extLst>
              </p:cNvPr>
              <p:cNvSpPr/>
              <p:nvPr/>
            </p:nvSpPr>
            <p:spPr>
              <a:xfrm>
                <a:off x="3330883" y="5196125"/>
                <a:ext cx="1735836" cy="1123283"/>
              </a:xfrm>
              <a:custGeom>
                <a:avLst/>
                <a:gdLst/>
                <a:ahLst/>
                <a:cxnLst/>
                <a:rect l="l" t="t" r="r" b="b"/>
                <a:pathLst>
                  <a:path w="1735836" h="1123283" extrusionOk="0">
                    <a:moveTo>
                      <a:pt x="1379315" y="451009"/>
                    </a:moveTo>
                    <a:lnTo>
                      <a:pt x="1735836" y="487490"/>
                    </a:lnTo>
                    <a:lnTo>
                      <a:pt x="1713548" y="458343"/>
                    </a:lnTo>
                    <a:lnTo>
                      <a:pt x="1363599" y="417195"/>
                    </a:lnTo>
                    <a:lnTo>
                      <a:pt x="1312069" y="305943"/>
                    </a:lnTo>
                    <a:lnTo>
                      <a:pt x="1651921" y="377571"/>
                    </a:lnTo>
                    <a:lnTo>
                      <a:pt x="1628204" y="346520"/>
                    </a:lnTo>
                    <a:lnTo>
                      <a:pt x="1378744" y="294227"/>
                    </a:lnTo>
                    <a:lnTo>
                      <a:pt x="1318927" y="176022"/>
                    </a:lnTo>
                    <a:lnTo>
                      <a:pt x="1486567" y="160687"/>
                    </a:lnTo>
                    <a:lnTo>
                      <a:pt x="1467803" y="136112"/>
                    </a:lnTo>
                    <a:lnTo>
                      <a:pt x="1306735" y="152114"/>
                    </a:lnTo>
                    <a:lnTo>
                      <a:pt x="1281113" y="101537"/>
                    </a:lnTo>
                    <a:lnTo>
                      <a:pt x="1230440" y="0"/>
                    </a:lnTo>
                    <a:lnTo>
                      <a:pt x="1204436" y="1143"/>
                    </a:lnTo>
                    <a:lnTo>
                      <a:pt x="1251395" y="97346"/>
                    </a:lnTo>
                    <a:lnTo>
                      <a:pt x="1053465" y="126683"/>
                    </a:lnTo>
                    <a:lnTo>
                      <a:pt x="1016699" y="60960"/>
                    </a:lnTo>
                    <a:lnTo>
                      <a:pt x="845344" y="185928"/>
                    </a:lnTo>
                    <a:lnTo>
                      <a:pt x="824198" y="128397"/>
                    </a:lnTo>
                    <a:lnTo>
                      <a:pt x="803529" y="144494"/>
                    </a:lnTo>
                    <a:lnTo>
                      <a:pt x="866394" y="315373"/>
                    </a:lnTo>
                    <a:lnTo>
                      <a:pt x="743617" y="415385"/>
                    </a:lnTo>
                    <a:lnTo>
                      <a:pt x="720090" y="346520"/>
                    </a:lnTo>
                    <a:lnTo>
                      <a:pt x="719804" y="346520"/>
                    </a:lnTo>
                    <a:cubicBezTo>
                      <a:pt x="719804" y="346520"/>
                      <a:pt x="680561" y="239935"/>
                      <a:pt x="680561" y="239935"/>
                    </a:cubicBezTo>
                    <a:lnTo>
                      <a:pt x="670274" y="247936"/>
                    </a:lnTo>
                    <a:lnTo>
                      <a:pt x="657130" y="248317"/>
                    </a:lnTo>
                    <a:lnTo>
                      <a:pt x="695135" y="351568"/>
                    </a:lnTo>
                    <a:lnTo>
                      <a:pt x="338423" y="425101"/>
                    </a:lnTo>
                    <a:lnTo>
                      <a:pt x="300895" y="259366"/>
                    </a:lnTo>
                    <a:lnTo>
                      <a:pt x="280607" y="275177"/>
                    </a:lnTo>
                    <a:lnTo>
                      <a:pt x="354330" y="608457"/>
                    </a:lnTo>
                    <a:lnTo>
                      <a:pt x="211360" y="708565"/>
                    </a:lnTo>
                    <a:lnTo>
                      <a:pt x="137636" y="386334"/>
                    </a:lnTo>
                    <a:lnTo>
                      <a:pt x="115824" y="403289"/>
                    </a:lnTo>
                    <a:lnTo>
                      <a:pt x="130302" y="466535"/>
                    </a:lnTo>
                    <a:lnTo>
                      <a:pt x="0" y="547497"/>
                    </a:lnTo>
                    <a:lnTo>
                      <a:pt x="1810" y="575977"/>
                    </a:lnTo>
                    <a:lnTo>
                      <a:pt x="136493" y="492062"/>
                    </a:lnTo>
                    <a:lnTo>
                      <a:pt x="155543" y="575120"/>
                    </a:lnTo>
                    <a:lnTo>
                      <a:pt x="7525" y="664845"/>
                    </a:lnTo>
                    <a:lnTo>
                      <a:pt x="9335" y="693801"/>
                    </a:lnTo>
                    <a:lnTo>
                      <a:pt x="161449" y="600742"/>
                    </a:lnTo>
                    <a:lnTo>
                      <a:pt x="189643" y="723805"/>
                    </a:lnTo>
                    <a:lnTo>
                      <a:pt x="18860" y="843439"/>
                    </a:lnTo>
                    <a:lnTo>
                      <a:pt x="20669" y="872871"/>
                    </a:lnTo>
                    <a:lnTo>
                      <a:pt x="199263" y="747713"/>
                    </a:lnTo>
                    <a:lnTo>
                      <a:pt x="237268" y="985552"/>
                    </a:lnTo>
                    <a:lnTo>
                      <a:pt x="237268" y="985552"/>
                    </a:lnTo>
                    <a:cubicBezTo>
                      <a:pt x="237268" y="985552"/>
                      <a:pt x="237268" y="985742"/>
                      <a:pt x="237268" y="985742"/>
                    </a:cubicBezTo>
                    <a:lnTo>
                      <a:pt x="237268" y="986409"/>
                    </a:lnTo>
                    <a:cubicBezTo>
                      <a:pt x="237268" y="986409"/>
                      <a:pt x="35052" y="1097375"/>
                      <a:pt x="35052" y="1097375"/>
                    </a:cubicBezTo>
                    <a:lnTo>
                      <a:pt x="36481" y="1123283"/>
                    </a:lnTo>
                    <a:lnTo>
                      <a:pt x="253175" y="1006316"/>
                    </a:lnTo>
                    <a:lnTo>
                      <a:pt x="432245" y="940403"/>
                    </a:lnTo>
                    <a:lnTo>
                      <a:pt x="876872" y="788194"/>
                    </a:lnTo>
                    <a:lnTo>
                      <a:pt x="1029557" y="591407"/>
                    </a:lnTo>
                    <a:lnTo>
                      <a:pt x="998125" y="535781"/>
                    </a:lnTo>
                    <a:lnTo>
                      <a:pt x="1172813" y="374237"/>
                    </a:lnTo>
                    <a:lnTo>
                      <a:pt x="1379411" y="451009"/>
                    </a:lnTo>
                    <a:close/>
                    <a:moveTo>
                      <a:pt x="1331214" y="406527"/>
                    </a:moveTo>
                    <a:lnTo>
                      <a:pt x="1178528" y="349758"/>
                    </a:lnTo>
                    <a:lnTo>
                      <a:pt x="1132808" y="268129"/>
                    </a:lnTo>
                    <a:lnTo>
                      <a:pt x="1281684" y="299466"/>
                    </a:lnTo>
                    <a:lnTo>
                      <a:pt x="1331214" y="406527"/>
                    </a:lnTo>
                    <a:close/>
                    <a:moveTo>
                      <a:pt x="1263110" y="120777"/>
                    </a:moveTo>
                    <a:lnTo>
                      <a:pt x="1347502" y="287560"/>
                    </a:lnTo>
                    <a:lnTo>
                      <a:pt x="1116521" y="239078"/>
                    </a:lnTo>
                    <a:lnTo>
                      <a:pt x="1066610" y="149828"/>
                    </a:lnTo>
                    <a:lnTo>
                      <a:pt x="1263110" y="120682"/>
                    </a:lnTo>
                    <a:close/>
                    <a:moveTo>
                      <a:pt x="854393" y="210122"/>
                    </a:moveTo>
                    <a:lnTo>
                      <a:pt x="1008698" y="97631"/>
                    </a:lnTo>
                    <a:lnTo>
                      <a:pt x="1092327" y="247079"/>
                    </a:lnTo>
                    <a:lnTo>
                      <a:pt x="919353" y="386810"/>
                    </a:lnTo>
                    <a:lnTo>
                      <a:pt x="892874" y="314896"/>
                    </a:lnTo>
                    <a:lnTo>
                      <a:pt x="886873" y="298514"/>
                    </a:lnTo>
                    <a:lnTo>
                      <a:pt x="854393" y="210122"/>
                    </a:lnTo>
                    <a:close/>
                    <a:moveTo>
                      <a:pt x="875538" y="339852"/>
                    </a:moveTo>
                    <a:lnTo>
                      <a:pt x="898874" y="403289"/>
                    </a:lnTo>
                    <a:lnTo>
                      <a:pt x="774002" y="504158"/>
                    </a:lnTo>
                    <a:lnTo>
                      <a:pt x="752285" y="440341"/>
                    </a:lnTo>
                    <a:lnTo>
                      <a:pt x="875538" y="339852"/>
                    </a:lnTo>
                    <a:close/>
                    <a:moveTo>
                      <a:pt x="384810" y="622935"/>
                    </a:moveTo>
                    <a:lnTo>
                      <a:pt x="759524" y="539115"/>
                    </a:lnTo>
                    <a:lnTo>
                      <a:pt x="760000" y="540449"/>
                    </a:lnTo>
                    <a:lnTo>
                      <a:pt x="760190" y="540449"/>
                    </a:lnTo>
                    <a:cubicBezTo>
                      <a:pt x="760190" y="540449"/>
                      <a:pt x="801624" y="652939"/>
                      <a:pt x="801624" y="652939"/>
                    </a:cubicBezTo>
                    <a:lnTo>
                      <a:pt x="404527" y="734854"/>
                    </a:lnTo>
                    <a:lnTo>
                      <a:pt x="384810" y="622935"/>
                    </a:lnTo>
                    <a:close/>
                    <a:moveTo>
                      <a:pt x="703612" y="375190"/>
                    </a:moveTo>
                    <a:lnTo>
                      <a:pt x="751427" y="515303"/>
                    </a:lnTo>
                    <a:lnTo>
                      <a:pt x="377762" y="598837"/>
                    </a:lnTo>
                    <a:lnTo>
                      <a:pt x="343948" y="449294"/>
                    </a:lnTo>
                    <a:lnTo>
                      <a:pt x="703612" y="375190"/>
                    </a:lnTo>
                    <a:close/>
                    <a:moveTo>
                      <a:pt x="362045" y="633413"/>
                    </a:moveTo>
                    <a:lnTo>
                      <a:pt x="388049" y="784860"/>
                    </a:lnTo>
                    <a:lnTo>
                      <a:pt x="239840" y="860203"/>
                    </a:lnTo>
                    <a:lnTo>
                      <a:pt x="217646" y="734568"/>
                    </a:lnTo>
                    <a:lnTo>
                      <a:pt x="362045" y="633413"/>
                    </a:lnTo>
                    <a:close/>
                    <a:moveTo>
                      <a:pt x="413671" y="920496"/>
                    </a:moveTo>
                    <a:lnTo>
                      <a:pt x="260509" y="976884"/>
                    </a:lnTo>
                    <a:lnTo>
                      <a:pt x="244412" y="885825"/>
                    </a:lnTo>
                    <a:lnTo>
                      <a:pt x="392811" y="810387"/>
                    </a:lnTo>
                    <a:lnTo>
                      <a:pt x="413671" y="920401"/>
                    </a:lnTo>
                    <a:close/>
                    <a:moveTo>
                      <a:pt x="437483" y="912114"/>
                    </a:moveTo>
                    <a:lnTo>
                      <a:pt x="414242" y="789527"/>
                    </a:lnTo>
                    <a:lnTo>
                      <a:pt x="414242" y="789527"/>
                    </a:lnTo>
                    <a:cubicBezTo>
                      <a:pt x="414242" y="789527"/>
                      <a:pt x="408908" y="759524"/>
                      <a:pt x="408908" y="759524"/>
                    </a:cubicBezTo>
                    <a:lnTo>
                      <a:pt x="810292" y="676751"/>
                    </a:lnTo>
                    <a:lnTo>
                      <a:pt x="844582" y="772859"/>
                    </a:lnTo>
                    <a:lnTo>
                      <a:pt x="437483" y="912209"/>
                    </a:lnTo>
                    <a:close/>
                    <a:moveTo>
                      <a:pt x="864775" y="755333"/>
                    </a:moveTo>
                    <a:lnTo>
                      <a:pt x="834866" y="671608"/>
                    </a:lnTo>
                    <a:lnTo>
                      <a:pt x="834962" y="671608"/>
                    </a:lnTo>
                    <a:cubicBezTo>
                      <a:pt x="834962" y="671608"/>
                      <a:pt x="782574" y="529304"/>
                      <a:pt x="782574" y="529304"/>
                    </a:cubicBezTo>
                    <a:lnTo>
                      <a:pt x="908304" y="427768"/>
                    </a:lnTo>
                    <a:lnTo>
                      <a:pt x="999173" y="588836"/>
                    </a:lnTo>
                    <a:lnTo>
                      <a:pt x="864775" y="755237"/>
                    </a:lnTo>
                    <a:close/>
                    <a:moveTo>
                      <a:pt x="985266" y="513493"/>
                    </a:moveTo>
                    <a:lnTo>
                      <a:pt x="929069" y="413766"/>
                    </a:lnTo>
                    <a:lnTo>
                      <a:pt x="918210" y="419862"/>
                    </a:lnTo>
                    <a:lnTo>
                      <a:pt x="1104710" y="269272"/>
                    </a:lnTo>
                    <a:lnTo>
                      <a:pt x="1154049" y="357378"/>
                    </a:lnTo>
                    <a:lnTo>
                      <a:pt x="985361" y="513493"/>
                    </a:lnTo>
                    <a:close/>
                  </a:path>
                </a:pathLst>
              </a:custGeom>
              <a:solidFill>
                <a:schemeClr val="lt1"/>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sp>
          <p:nvSpPr>
            <p:cNvPr id="7" name="Google Shape;320;p24">
              <a:extLst>
                <a:ext uri="{FF2B5EF4-FFF2-40B4-BE49-F238E27FC236}">
                  <a16:creationId xmlns:a16="http://schemas.microsoft.com/office/drawing/2014/main" id="{2FE47167-45A5-507F-BCF0-5E5BE7FDE95B}"/>
                </a:ext>
              </a:extLst>
            </p:cNvPr>
            <p:cNvSpPr/>
            <p:nvPr/>
          </p:nvSpPr>
          <p:spPr>
            <a:xfrm>
              <a:off x="4325296" y="3570502"/>
              <a:ext cx="493427" cy="666188"/>
            </a:xfrm>
            <a:custGeom>
              <a:avLst/>
              <a:gdLst/>
              <a:ahLst/>
              <a:cxnLst/>
              <a:rect l="l" t="t" r="r" b="b"/>
              <a:pathLst>
                <a:path w="412048" h="556316" extrusionOk="0">
                  <a:moveTo>
                    <a:pt x="398307" y="134454"/>
                  </a:moveTo>
                  <a:cubicBezTo>
                    <a:pt x="359159" y="28060"/>
                    <a:pt x="240954" y="-26518"/>
                    <a:pt x="134559" y="12725"/>
                  </a:cubicBezTo>
                  <a:cubicBezTo>
                    <a:pt x="27975" y="51968"/>
                    <a:pt x="-26508" y="169983"/>
                    <a:pt x="12735" y="276472"/>
                  </a:cubicBezTo>
                  <a:cubicBezTo>
                    <a:pt x="19402" y="294474"/>
                    <a:pt x="28356" y="310762"/>
                    <a:pt x="39119" y="325621"/>
                  </a:cubicBezTo>
                  <a:lnTo>
                    <a:pt x="39024" y="325621"/>
                  </a:lnTo>
                  <a:cubicBezTo>
                    <a:pt x="39024" y="325621"/>
                    <a:pt x="99507" y="435349"/>
                    <a:pt x="333727" y="556317"/>
                  </a:cubicBezTo>
                  <a:cubicBezTo>
                    <a:pt x="430025" y="341718"/>
                    <a:pt x="410403" y="189795"/>
                    <a:pt x="410403" y="189795"/>
                  </a:cubicBezTo>
                  <a:lnTo>
                    <a:pt x="410213" y="189985"/>
                  </a:lnTo>
                  <a:cubicBezTo>
                    <a:pt x="408689" y="171411"/>
                    <a:pt x="405069" y="152838"/>
                    <a:pt x="398307" y="134454"/>
                  </a:cubicBezTo>
                  <a:close/>
                  <a:moveTo>
                    <a:pt x="177422" y="129120"/>
                  </a:moveTo>
                  <a:cubicBezTo>
                    <a:pt x="219522" y="113595"/>
                    <a:pt x="266290" y="135216"/>
                    <a:pt x="281816" y="177317"/>
                  </a:cubicBezTo>
                  <a:cubicBezTo>
                    <a:pt x="297342" y="219417"/>
                    <a:pt x="275720" y="266185"/>
                    <a:pt x="233619" y="281711"/>
                  </a:cubicBezTo>
                  <a:cubicBezTo>
                    <a:pt x="191519" y="297237"/>
                    <a:pt x="144751" y="275615"/>
                    <a:pt x="129225" y="233514"/>
                  </a:cubicBezTo>
                  <a:cubicBezTo>
                    <a:pt x="113700" y="191414"/>
                    <a:pt x="135321" y="144646"/>
                    <a:pt x="177422" y="129120"/>
                  </a:cubicBezTo>
                  <a:close/>
                </a:path>
              </a:pathLst>
            </a:custGeom>
            <a:solidFill>
              <a:schemeClr val="accent3"/>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35423887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18"/>
        <p:cNvGrpSpPr/>
        <p:nvPr/>
      </p:nvGrpSpPr>
      <p:grpSpPr>
        <a:xfrm>
          <a:off x="0" y="0"/>
          <a:ext cx="0" cy="0"/>
          <a:chOff x="0" y="0"/>
          <a:chExt cx="0" cy="0"/>
        </a:xfrm>
      </p:grpSpPr>
      <p:grpSp>
        <p:nvGrpSpPr>
          <p:cNvPr id="1419" name="Google Shape;1419;p36"/>
          <p:cNvGrpSpPr/>
          <p:nvPr/>
        </p:nvGrpSpPr>
        <p:grpSpPr>
          <a:xfrm>
            <a:off x="10729761" y="5585623"/>
            <a:ext cx="1680740" cy="1415455"/>
            <a:chOff x="7660378" y="1131329"/>
            <a:chExt cx="1196086" cy="1007298"/>
          </a:xfrm>
        </p:grpSpPr>
        <p:sp>
          <p:nvSpPr>
            <p:cNvPr id="1420" name="Google Shape;1420;p36"/>
            <p:cNvSpPr/>
            <p:nvPr/>
          </p:nvSpPr>
          <p:spPr>
            <a:xfrm rot="-3986662">
              <a:off x="7931229" y="1125217"/>
              <a:ext cx="654385" cy="1019523"/>
            </a:xfrm>
            <a:custGeom>
              <a:avLst/>
              <a:gdLst/>
              <a:ahLst/>
              <a:cxnLst/>
              <a:rect l="l" t="t" r="r" b="b"/>
              <a:pathLst>
                <a:path w="653795" h="1018603" extrusionOk="0">
                  <a:moveTo>
                    <a:pt x="75819" y="0"/>
                  </a:moveTo>
                  <a:lnTo>
                    <a:pt x="577977" y="0"/>
                  </a:lnTo>
                  <a:cubicBezTo>
                    <a:pt x="619792" y="0"/>
                    <a:pt x="653796" y="34004"/>
                    <a:pt x="653796" y="75819"/>
                  </a:cubicBezTo>
                  <a:lnTo>
                    <a:pt x="653796" y="942784"/>
                  </a:lnTo>
                  <a:cubicBezTo>
                    <a:pt x="653796" y="984599"/>
                    <a:pt x="619792" y="1018603"/>
                    <a:pt x="577977" y="1018603"/>
                  </a:cubicBezTo>
                  <a:lnTo>
                    <a:pt x="75819" y="1018603"/>
                  </a:lnTo>
                  <a:cubicBezTo>
                    <a:pt x="34004" y="1018603"/>
                    <a:pt x="0" y="984599"/>
                    <a:pt x="0" y="942784"/>
                  </a:cubicBezTo>
                  <a:lnTo>
                    <a:pt x="0" y="75819"/>
                  </a:lnTo>
                  <a:cubicBezTo>
                    <a:pt x="0" y="34004"/>
                    <a:pt x="34004" y="0"/>
                    <a:pt x="75819" y="0"/>
                  </a:cubicBezTo>
                  <a:close/>
                </a:path>
              </a:pathLst>
            </a:custGeom>
            <a:solidFill>
              <a:schemeClr val="dk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21" name="Google Shape;1421;p36"/>
            <p:cNvSpPr/>
            <p:nvPr/>
          </p:nvSpPr>
          <p:spPr>
            <a:xfrm>
              <a:off x="7832763" y="1155920"/>
              <a:ext cx="998509" cy="586838"/>
            </a:xfrm>
            <a:custGeom>
              <a:avLst/>
              <a:gdLst/>
              <a:ahLst/>
              <a:cxnLst/>
              <a:rect l="l" t="t" r="r" b="b"/>
              <a:pathLst>
                <a:path w="998509" h="586838" extrusionOk="0">
                  <a:moveTo>
                    <a:pt x="953072" y="352810"/>
                  </a:moveTo>
                  <a:lnTo>
                    <a:pt x="158401" y="6290"/>
                  </a:lnTo>
                  <a:cubicBezTo>
                    <a:pt x="120206" y="-10379"/>
                    <a:pt x="75248" y="7243"/>
                    <a:pt x="58579" y="45438"/>
                  </a:cubicBezTo>
                  <a:lnTo>
                    <a:pt x="0" y="179740"/>
                  </a:lnTo>
                  <a:lnTo>
                    <a:pt x="933641" y="586839"/>
                  </a:lnTo>
                  <a:lnTo>
                    <a:pt x="992219" y="452536"/>
                  </a:lnTo>
                  <a:cubicBezTo>
                    <a:pt x="1008888" y="414341"/>
                    <a:pt x="991267" y="369383"/>
                    <a:pt x="953072" y="352714"/>
                  </a:cubicBezTo>
                  <a:close/>
                </a:path>
              </a:pathLst>
            </a:custGeom>
            <a:solidFill>
              <a:schemeClr val="accent5"/>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nvGrpSpPr>
            <p:cNvPr id="1422" name="Google Shape;1422;p36"/>
            <p:cNvGrpSpPr/>
            <p:nvPr/>
          </p:nvGrpSpPr>
          <p:grpSpPr>
            <a:xfrm>
              <a:off x="8021804" y="1405924"/>
              <a:ext cx="743860" cy="467834"/>
              <a:chOff x="8021804" y="1405924"/>
              <a:chExt cx="743860" cy="467834"/>
            </a:xfrm>
          </p:grpSpPr>
          <p:grpSp>
            <p:nvGrpSpPr>
              <p:cNvPr id="1423" name="Google Shape;1423;p36"/>
              <p:cNvGrpSpPr/>
              <p:nvPr/>
            </p:nvGrpSpPr>
            <p:grpSpPr>
              <a:xfrm>
                <a:off x="8021804" y="1405924"/>
                <a:ext cx="467834" cy="467834"/>
                <a:chOff x="8021804" y="1405924"/>
                <a:chExt cx="467834" cy="467834"/>
              </a:xfrm>
            </p:grpSpPr>
            <p:sp>
              <p:nvSpPr>
                <p:cNvPr id="1424" name="Google Shape;1424;p36"/>
                <p:cNvSpPr/>
                <p:nvPr/>
              </p:nvSpPr>
              <p:spPr>
                <a:xfrm>
                  <a:off x="8021804" y="1405924"/>
                  <a:ext cx="467834" cy="467834"/>
                </a:xfrm>
                <a:custGeom>
                  <a:avLst/>
                  <a:gdLst/>
                  <a:ahLst/>
                  <a:cxnLst/>
                  <a:rect l="l" t="t" r="r" b="b"/>
                  <a:pathLst>
                    <a:path w="467834" h="467834" extrusionOk="0">
                      <a:moveTo>
                        <a:pt x="448277" y="327405"/>
                      </a:moveTo>
                      <a:cubicBezTo>
                        <a:pt x="396652" y="445801"/>
                        <a:pt x="258825" y="499903"/>
                        <a:pt x="140429" y="448277"/>
                      </a:cubicBezTo>
                      <a:cubicBezTo>
                        <a:pt x="22034" y="396652"/>
                        <a:pt x="-32068" y="258825"/>
                        <a:pt x="19557" y="140429"/>
                      </a:cubicBezTo>
                      <a:cubicBezTo>
                        <a:pt x="71183" y="22033"/>
                        <a:pt x="209009" y="-32069"/>
                        <a:pt x="327405" y="19557"/>
                      </a:cubicBezTo>
                      <a:cubicBezTo>
                        <a:pt x="445801" y="71183"/>
                        <a:pt x="499903" y="209009"/>
                        <a:pt x="448277" y="327405"/>
                      </a:cubicBezTo>
                      <a:close/>
                    </a:path>
                  </a:pathLst>
                </a:custGeom>
                <a:solidFill>
                  <a:schemeClr val="dk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25" name="Google Shape;1425;p36"/>
                <p:cNvSpPr/>
                <p:nvPr/>
              </p:nvSpPr>
              <p:spPr>
                <a:xfrm>
                  <a:off x="8134480" y="1518695"/>
                  <a:ext cx="242482" cy="242482"/>
                </a:xfrm>
                <a:custGeom>
                  <a:avLst/>
                  <a:gdLst/>
                  <a:ahLst/>
                  <a:cxnLst/>
                  <a:rect l="l" t="t" r="r" b="b"/>
                  <a:pathLst>
                    <a:path w="242482" h="242482" extrusionOk="0">
                      <a:moveTo>
                        <a:pt x="232350" y="169676"/>
                      </a:moveTo>
                      <a:cubicBezTo>
                        <a:pt x="205585" y="231017"/>
                        <a:pt x="134147" y="259115"/>
                        <a:pt x="72806" y="232350"/>
                      </a:cubicBezTo>
                      <a:cubicBezTo>
                        <a:pt x="11465" y="205585"/>
                        <a:pt x="-16633" y="134147"/>
                        <a:pt x="10132" y="72806"/>
                      </a:cubicBezTo>
                      <a:cubicBezTo>
                        <a:pt x="36897" y="11465"/>
                        <a:pt x="108335" y="-16633"/>
                        <a:pt x="169676" y="10132"/>
                      </a:cubicBezTo>
                      <a:cubicBezTo>
                        <a:pt x="231017" y="36897"/>
                        <a:pt x="259115" y="108335"/>
                        <a:pt x="232350" y="169676"/>
                      </a:cubicBezTo>
                      <a:close/>
                    </a:path>
                  </a:pathLst>
                </a:custGeom>
                <a:solidFill>
                  <a:schemeClr val="dk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sp>
            <p:nvSpPr>
              <p:cNvPr id="1426" name="Google Shape;1426;p36"/>
              <p:cNvSpPr/>
              <p:nvPr/>
            </p:nvSpPr>
            <p:spPr>
              <a:xfrm rot="-3986662">
                <a:off x="8573594" y="1465175"/>
                <a:ext cx="133469" cy="215268"/>
              </a:xfrm>
              <a:custGeom>
                <a:avLst/>
                <a:gdLst/>
                <a:ahLst/>
                <a:cxnLst/>
                <a:rect l="l" t="t" r="r" b="b"/>
                <a:pathLst>
                  <a:path w="133349" h="215074" extrusionOk="0">
                    <a:moveTo>
                      <a:pt x="114014" y="0"/>
                    </a:moveTo>
                    <a:cubicBezTo>
                      <a:pt x="124693" y="0"/>
                      <a:pt x="133350" y="8657"/>
                      <a:pt x="133350" y="19336"/>
                    </a:cubicBezTo>
                    <a:lnTo>
                      <a:pt x="133350" y="195739"/>
                    </a:lnTo>
                    <a:cubicBezTo>
                      <a:pt x="133350" y="206418"/>
                      <a:pt x="124693" y="215074"/>
                      <a:pt x="114014" y="215074"/>
                    </a:cubicBezTo>
                    <a:lnTo>
                      <a:pt x="19336" y="215074"/>
                    </a:lnTo>
                    <a:cubicBezTo>
                      <a:pt x="8657" y="215074"/>
                      <a:pt x="0" y="206418"/>
                      <a:pt x="0" y="195739"/>
                    </a:cubicBezTo>
                    <a:lnTo>
                      <a:pt x="0" y="19336"/>
                    </a:lnTo>
                    <a:cubicBezTo>
                      <a:pt x="0" y="8657"/>
                      <a:pt x="8657" y="0"/>
                      <a:pt x="19336" y="0"/>
                    </a:cubicBezTo>
                    <a:close/>
                  </a:path>
                </a:pathLst>
              </a:custGeom>
              <a:solidFill>
                <a:schemeClr val="accent6"/>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grpSp>
          <p:nvGrpSpPr>
            <p:cNvPr id="1427" name="Google Shape;1427;p36"/>
            <p:cNvGrpSpPr/>
            <p:nvPr/>
          </p:nvGrpSpPr>
          <p:grpSpPr>
            <a:xfrm>
              <a:off x="8024787" y="1161319"/>
              <a:ext cx="488728" cy="228633"/>
              <a:chOff x="8024787" y="1161319"/>
              <a:chExt cx="488728" cy="228633"/>
            </a:xfrm>
          </p:grpSpPr>
          <p:sp>
            <p:nvSpPr>
              <p:cNvPr id="1428" name="Google Shape;1428;p36"/>
              <p:cNvSpPr/>
              <p:nvPr/>
            </p:nvSpPr>
            <p:spPr>
              <a:xfrm>
                <a:off x="8275295" y="1221932"/>
                <a:ext cx="238220" cy="168020"/>
              </a:xfrm>
              <a:custGeom>
                <a:avLst/>
                <a:gdLst/>
                <a:ahLst/>
                <a:cxnLst/>
                <a:rect l="l" t="t" r="r" b="b"/>
                <a:pathLst>
                  <a:path w="238220" h="168020" extrusionOk="0">
                    <a:moveTo>
                      <a:pt x="221075" y="55340"/>
                    </a:moveTo>
                    <a:lnTo>
                      <a:pt x="172021" y="33909"/>
                    </a:lnTo>
                    <a:lnTo>
                      <a:pt x="143351" y="21431"/>
                    </a:lnTo>
                    <a:lnTo>
                      <a:pt x="94202" y="0"/>
                    </a:lnTo>
                    <a:lnTo>
                      <a:pt x="0" y="64199"/>
                    </a:lnTo>
                    <a:lnTo>
                      <a:pt x="104775" y="109823"/>
                    </a:lnTo>
                    <a:lnTo>
                      <a:pt x="133445" y="122396"/>
                    </a:lnTo>
                    <a:lnTo>
                      <a:pt x="238220" y="168021"/>
                    </a:lnTo>
                    <a:lnTo>
                      <a:pt x="221075" y="55340"/>
                    </a:lnTo>
                    <a:close/>
                  </a:path>
                </a:pathLst>
              </a:custGeom>
              <a:solidFill>
                <a:schemeClr val="dk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29" name="Google Shape;1429;p36"/>
              <p:cNvSpPr/>
              <p:nvPr/>
            </p:nvSpPr>
            <p:spPr>
              <a:xfrm>
                <a:off x="8024787" y="1161319"/>
                <a:ext cx="128243" cy="71281"/>
              </a:xfrm>
              <a:custGeom>
                <a:avLst/>
                <a:gdLst/>
                <a:ahLst/>
                <a:cxnLst/>
                <a:rect l="l" t="t" r="r" b="b"/>
                <a:pathLst>
                  <a:path w="128243" h="71281" extrusionOk="0">
                    <a:moveTo>
                      <a:pt x="127730" y="71281"/>
                    </a:moveTo>
                    <a:cubicBezTo>
                      <a:pt x="130588" y="53565"/>
                      <a:pt x="121348" y="35372"/>
                      <a:pt x="104108" y="27847"/>
                    </a:cubicBezTo>
                    <a:lnTo>
                      <a:pt x="47911" y="3368"/>
                    </a:lnTo>
                    <a:cubicBezTo>
                      <a:pt x="30670" y="-4157"/>
                      <a:pt x="11049" y="1368"/>
                      <a:pt x="0" y="15560"/>
                    </a:cubicBezTo>
                    <a:lnTo>
                      <a:pt x="127730" y="71281"/>
                    </a:lnTo>
                    <a:close/>
                  </a:path>
                </a:pathLst>
              </a:custGeom>
              <a:solidFill>
                <a:schemeClr val="dk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grpSp>
      <p:grpSp>
        <p:nvGrpSpPr>
          <p:cNvPr id="1430" name="Google Shape;1430;p36"/>
          <p:cNvGrpSpPr/>
          <p:nvPr/>
        </p:nvGrpSpPr>
        <p:grpSpPr>
          <a:xfrm rot="8100000">
            <a:off x="400989" y="-757095"/>
            <a:ext cx="2805057" cy="2296056"/>
            <a:chOff x="3025770" y="3750625"/>
            <a:chExt cx="2996790" cy="2452996"/>
          </a:xfrm>
        </p:grpSpPr>
        <p:sp>
          <p:nvSpPr>
            <p:cNvPr id="1431" name="Google Shape;1431;p36"/>
            <p:cNvSpPr/>
            <p:nvPr/>
          </p:nvSpPr>
          <p:spPr>
            <a:xfrm rot="879693">
              <a:off x="3195426" y="4213820"/>
              <a:ext cx="2657688" cy="1680825"/>
            </a:xfrm>
            <a:custGeom>
              <a:avLst/>
              <a:gdLst/>
              <a:ahLst/>
              <a:cxnLst/>
              <a:rect l="l" t="t" r="r" b="b"/>
              <a:pathLst>
                <a:path w="2989707" h="1890807" extrusionOk="0">
                  <a:moveTo>
                    <a:pt x="192405" y="0"/>
                  </a:moveTo>
                  <a:lnTo>
                    <a:pt x="2797302" y="0"/>
                  </a:lnTo>
                  <a:cubicBezTo>
                    <a:pt x="2903506" y="0"/>
                    <a:pt x="2989707" y="86201"/>
                    <a:pt x="2989707" y="192405"/>
                  </a:cubicBezTo>
                  <a:lnTo>
                    <a:pt x="2989707" y="1698403"/>
                  </a:lnTo>
                  <a:cubicBezTo>
                    <a:pt x="2989707" y="1804607"/>
                    <a:pt x="2903506" y="1890808"/>
                    <a:pt x="2797302" y="1890808"/>
                  </a:cubicBezTo>
                  <a:lnTo>
                    <a:pt x="192405" y="1890808"/>
                  </a:lnTo>
                  <a:cubicBezTo>
                    <a:pt x="86201" y="1890808"/>
                    <a:pt x="0" y="1804607"/>
                    <a:pt x="0" y="1698403"/>
                  </a:cubicBezTo>
                  <a:lnTo>
                    <a:pt x="0" y="192405"/>
                  </a:lnTo>
                  <a:cubicBezTo>
                    <a:pt x="0" y="86201"/>
                    <a:pt x="86201" y="0"/>
                    <a:pt x="192405" y="0"/>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nvGrpSpPr>
            <p:cNvPr id="1432" name="Google Shape;1432;p36"/>
            <p:cNvGrpSpPr/>
            <p:nvPr/>
          </p:nvGrpSpPr>
          <p:grpSpPr>
            <a:xfrm rot="881047">
              <a:off x="3195247" y="4213819"/>
              <a:ext cx="2654786" cy="1679213"/>
              <a:chOff x="7234292" y="3956817"/>
              <a:chExt cx="2989611" cy="1890997"/>
            </a:xfrm>
          </p:grpSpPr>
          <p:sp>
            <p:nvSpPr>
              <p:cNvPr id="1433" name="Google Shape;1433;p36"/>
              <p:cNvSpPr/>
              <p:nvPr/>
            </p:nvSpPr>
            <p:spPr>
              <a:xfrm>
                <a:off x="9802256" y="3956817"/>
                <a:ext cx="421647" cy="429196"/>
              </a:xfrm>
              <a:custGeom>
                <a:avLst/>
                <a:gdLst/>
                <a:ahLst/>
                <a:cxnLst/>
                <a:rect l="l" t="t" r="r" b="b"/>
                <a:pathLst>
                  <a:path w="421647" h="429196" extrusionOk="0">
                    <a:moveTo>
                      <a:pt x="229338" y="95"/>
                    </a:moveTo>
                    <a:lnTo>
                      <a:pt x="3786" y="95"/>
                    </a:lnTo>
                    <a:cubicBezTo>
                      <a:pt x="3786" y="95"/>
                      <a:pt x="-68795" y="429197"/>
                      <a:pt x="421647" y="429197"/>
                    </a:cubicBezTo>
                    <a:lnTo>
                      <a:pt x="421647" y="192405"/>
                    </a:lnTo>
                    <a:cubicBezTo>
                      <a:pt x="421647" y="86582"/>
                      <a:pt x="335065" y="0"/>
                      <a:pt x="229243" y="0"/>
                    </a:cubicBezTo>
                    <a:close/>
                  </a:path>
                </a:pathLst>
              </a:custGeom>
              <a:solidFill>
                <a:schemeClr val="accent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34" name="Google Shape;1434;p36"/>
              <p:cNvSpPr/>
              <p:nvPr/>
            </p:nvSpPr>
            <p:spPr>
              <a:xfrm>
                <a:off x="7234292" y="3956912"/>
                <a:ext cx="421741" cy="429196"/>
              </a:xfrm>
              <a:custGeom>
                <a:avLst/>
                <a:gdLst/>
                <a:ahLst/>
                <a:cxnLst/>
                <a:rect l="l" t="t" r="r" b="b"/>
                <a:pathLst>
                  <a:path w="421741" h="429196" extrusionOk="0">
                    <a:moveTo>
                      <a:pt x="192405" y="0"/>
                    </a:moveTo>
                    <a:lnTo>
                      <a:pt x="417957" y="0"/>
                    </a:lnTo>
                    <a:cubicBezTo>
                      <a:pt x="417957" y="0"/>
                      <a:pt x="490538" y="429196"/>
                      <a:pt x="0" y="429196"/>
                    </a:cubicBezTo>
                    <a:lnTo>
                      <a:pt x="0" y="192405"/>
                    </a:lnTo>
                    <a:cubicBezTo>
                      <a:pt x="0" y="86582"/>
                      <a:pt x="86582" y="0"/>
                      <a:pt x="192405" y="0"/>
                    </a:cubicBezTo>
                    <a:close/>
                  </a:path>
                </a:pathLst>
              </a:custGeom>
              <a:solidFill>
                <a:schemeClr val="accent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35" name="Google Shape;1435;p36"/>
              <p:cNvSpPr/>
              <p:nvPr/>
            </p:nvSpPr>
            <p:spPr>
              <a:xfrm>
                <a:off x="9802256" y="5418618"/>
                <a:ext cx="421647" cy="429196"/>
              </a:xfrm>
              <a:custGeom>
                <a:avLst/>
                <a:gdLst/>
                <a:ahLst/>
                <a:cxnLst/>
                <a:rect l="l" t="t" r="r" b="b"/>
                <a:pathLst>
                  <a:path w="421647" h="429196" extrusionOk="0">
                    <a:moveTo>
                      <a:pt x="229338" y="429101"/>
                    </a:moveTo>
                    <a:lnTo>
                      <a:pt x="3786" y="429101"/>
                    </a:lnTo>
                    <a:cubicBezTo>
                      <a:pt x="3786" y="429101"/>
                      <a:pt x="-68795" y="0"/>
                      <a:pt x="421647" y="0"/>
                    </a:cubicBezTo>
                    <a:lnTo>
                      <a:pt x="421647" y="236792"/>
                    </a:lnTo>
                    <a:cubicBezTo>
                      <a:pt x="421647" y="342614"/>
                      <a:pt x="335065" y="429196"/>
                      <a:pt x="229243" y="429196"/>
                    </a:cubicBezTo>
                    <a:close/>
                  </a:path>
                </a:pathLst>
              </a:custGeom>
              <a:solidFill>
                <a:schemeClr val="accent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36" name="Google Shape;1436;p36"/>
              <p:cNvSpPr/>
              <p:nvPr/>
            </p:nvSpPr>
            <p:spPr>
              <a:xfrm>
                <a:off x="7234387" y="5418618"/>
                <a:ext cx="421647" cy="429196"/>
              </a:xfrm>
              <a:custGeom>
                <a:avLst/>
                <a:gdLst/>
                <a:ahLst/>
                <a:cxnLst/>
                <a:rect l="l" t="t" r="r" b="b"/>
                <a:pathLst>
                  <a:path w="421647" h="429196" extrusionOk="0">
                    <a:moveTo>
                      <a:pt x="192310" y="429101"/>
                    </a:moveTo>
                    <a:lnTo>
                      <a:pt x="417862" y="429101"/>
                    </a:lnTo>
                    <a:cubicBezTo>
                      <a:pt x="417862" y="429101"/>
                      <a:pt x="490442" y="0"/>
                      <a:pt x="0" y="0"/>
                    </a:cubicBezTo>
                    <a:lnTo>
                      <a:pt x="0" y="236792"/>
                    </a:lnTo>
                    <a:cubicBezTo>
                      <a:pt x="0" y="342614"/>
                      <a:pt x="86582" y="429196"/>
                      <a:pt x="192405" y="429196"/>
                    </a:cubicBezTo>
                    <a:close/>
                  </a:path>
                </a:pathLst>
              </a:custGeom>
              <a:solidFill>
                <a:schemeClr val="accent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grpSp>
          <p:nvGrpSpPr>
            <p:cNvPr id="1437" name="Google Shape;1437;p36"/>
            <p:cNvGrpSpPr/>
            <p:nvPr/>
          </p:nvGrpSpPr>
          <p:grpSpPr>
            <a:xfrm rot="881047">
              <a:off x="3648200" y="3948013"/>
              <a:ext cx="1808370" cy="1948100"/>
              <a:chOff x="7705779" y="3653827"/>
              <a:chExt cx="2036444" cy="2193797"/>
            </a:xfrm>
          </p:grpSpPr>
          <p:grpSp>
            <p:nvGrpSpPr>
              <p:cNvPr id="1438" name="Google Shape;1438;p36"/>
              <p:cNvGrpSpPr/>
              <p:nvPr/>
            </p:nvGrpSpPr>
            <p:grpSpPr>
              <a:xfrm>
                <a:off x="7705779" y="3956912"/>
                <a:ext cx="2036444" cy="1890712"/>
                <a:chOff x="7705779" y="3956912"/>
                <a:chExt cx="2036444" cy="1890712"/>
              </a:xfrm>
            </p:grpSpPr>
            <p:grpSp>
              <p:nvGrpSpPr>
                <p:cNvPr id="1439" name="Google Shape;1439;p36"/>
                <p:cNvGrpSpPr/>
                <p:nvPr/>
              </p:nvGrpSpPr>
              <p:grpSpPr>
                <a:xfrm>
                  <a:off x="7705779" y="3956912"/>
                  <a:ext cx="314324" cy="1890712"/>
                  <a:chOff x="7705779" y="3956912"/>
                  <a:chExt cx="314324" cy="1890712"/>
                </a:xfrm>
              </p:grpSpPr>
              <p:sp>
                <p:nvSpPr>
                  <p:cNvPr id="1440" name="Google Shape;1440;p36"/>
                  <p:cNvSpPr/>
                  <p:nvPr/>
                </p:nvSpPr>
                <p:spPr>
                  <a:xfrm>
                    <a:off x="7717304" y="4614328"/>
                    <a:ext cx="302799" cy="134493"/>
                  </a:xfrm>
                  <a:custGeom>
                    <a:avLst/>
                    <a:gdLst/>
                    <a:ahLst/>
                    <a:cxnLst/>
                    <a:rect l="l" t="t" r="r" b="b"/>
                    <a:pathLst>
                      <a:path w="302799" h="134493" extrusionOk="0">
                        <a:moveTo>
                          <a:pt x="0" y="0"/>
                        </a:moveTo>
                        <a:lnTo>
                          <a:pt x="302800" y="0"/>
                        </a:lnTo>
                        <a:lnTo>
                          <a:pt x="302800" y="134493"/>
                        </a:lnTo>
                        <a:lnTo>
                          <a:pt x="0" y="134493"/>
                        </a:ln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nvGrpSpPr>
                  <p:cNvPr id="1441" name="Google Shape;1441;p36"/>
                  <p:cNvGrpSpPr/>
                  <p:nvPr/>
                </p:nvGrpSpPr>
                <p:grpSpPr>
                  <a:xfrm>
                    <a:off x="7791218" y="3956912"/>
                    <a:ext cx="154972" cy="1890712"/>
                    <a:chOff x="7791218" y="3956912"/>
                    <a:chExt cx="154972" cy="1890712"/>
                  </a:xfrm>
                </p:grpSpPr>
                <p:sp>
                  <p:nvSpPr>
                    <p:cNvPr id="1442" name="Google Shape;1442;p36"/>
                    <p:cNvSpPr/>
                    <p:nvPr/>
                  </p:nvSpPr>
                  <p:spPr>
                    <a:xfrm>
                      <a:off x="7812650" y="3956912"/>
                      <a:ext cx="133540" cy="1890712"/>
                    </a:xfrm>
                    <a:custGeom>
                      <a:avLst/>
                      <a:gdLst/>
                      <a:ahLst/>
                      <a:cxnLst/>
                      <a:rect l="l" t="t" r="r" b="b"/>
                      <a:pathLst>
                        <a:path w="133540" h="1890712" extrusionOk="0">
                          <a:moveTo>
                            <a:pt x="0" y="0"/>
                          </a:moveTo>
                          <a:lnTo>
                            <a:pt x="133540" y="0"/>
                          </a:lnTo>
                          <a:lnTo>
                            <a:pt x="133540" y="1890713"/>
                          </a:lnTo>
                          <a:lnTo>
                            <a:pt x="0" y="1890713"/>
                          </a:lnTo>
                          <a:close/>
                        </a:path>
                      </a:pathLst>
                    </a:custGeom>
                    <a:solidFill>
                      <a:schemeClr val="accent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43" name="Google Shape;1443;p36"/>
                    <p:cNvSpPr/>
                    <p:nvPr/>
                  </p:nvSpPr>
                  <p:spPr>
                    <a:xfrm>
                      <a:off x="7791218" y="3956912"/>
                      <a:ext cx="133540" cy="1890712"/>
                    </a:xfrm>
                    <a:custGeom>
                      <a:avLst/>
                      <a:gdLst/>
                      <a:ahLst/>
                      <a:cxnLst/>
                      <a:rect l="l" t="t" r="r" b="b"/>
                      <a:pathLst>
                        <a:path w="133540" h="1890712" extrusionOk="0">
                          <a:moveTo>
                            <a:pt x="0" y="0"/>
                          </a:moveTo>
                          <a:lnTo>
                            <a:pt x="133540" y="0"/>
                          </a:lnTo>
                          <a:lnTo>
                            <a:pt x="133540" y="1890713"/>
                          </a:lnTo>
                          <a:lnTo>
                            <a:pt x="0" y="1890713"/>
                          </a:lnTo>
                          <a:close/>
                        </a:path>
                      </a:pathLst>
                    </a:custGeom>
                    <a:solidFill>
                      <a:schemeClr val="accent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sp>
                <p:nvSpPr>
                  <p:cNvPr id="1444" name="Google Shape;1444;p36"/>
                  <p:cNvSpPr/>
                  <p:nvPr/>
                </p:nvSpPr>
                <p:spPr>
                  <a:xfrm>
                    <a:off x="7705779" y="4603564"/>
                    <a:ext cx="302799" cy="134493"/>
                  </a:xfrm>
                  <a:custGeom>
                    <a:avLst/>
                    <a:gdLst/>
                    <a:ahLst/>
                    <a:cxnLst/>
                    <a:rect l="l" t="t" r="r" b="b"/>
                    <a:pathLst>
                      <a:path w="302799" h="134493" extrusionOk="0">
                        <a:moveTo>
                          <a:pt x="0" y="0"/>
                        </a:moveTo>
                        <a:lnTo>
                          <a:pt x="302800" y="0"/>
                        </a:lnTo>
                        <a:lnTo>
                          <a:pt x="302800" y="134493"/>
                        </a:lnTo>
                        <a:lnTo>
                          <a:pt x="0" y="134493"/>
                        </a:lnTo>
                        <a:close/>
                      </a:path>
                    </a:pathLst>
                  </a:custGeom>
                  <a:solidFill>
                    <a:schemeClr val="accent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nvGrpSpPr>
                  <p:cNvPr id="1445" name="Google Shape;1445;p36"/>
                  <p:cNvGrpSpPr/>
                  <p:nvPr/>
                </p:nvGrpSpPr>
                <p:grpSpPr>
                  <a:xfrm>
                    <a:off x="7827699" y="4155222"/>
                    <a:ext cx="60769" cy="1388364"/>
                    <a:chOff x="7827699" y="4155222"/>
                    <a:chExt cx="60769" cy="1388364"/>
                  </a:xfrm>
                </p:grpSpPr>
                <p:sp>
                  <p:nvSpPr>
                    <p:cNvPr id="1446" name="Google Shape;1446;p36"/>
                    <p:cNvSpPr/>
                    <p:nvPr/>
                  </p:nvSpPr>
                  <p:spPr>
                    <a:xfrm>
                      <a:off x="7827699" y="4871883"/>
                      <a:ext cx="60769" cy="60769"/>
                    </a:xfrm>
                    <a:custGeom>
                      <a:avLst/>
                      <a:gdLst/>
                      <a:ahLst/>
                      <a:cxnLst/>
                      <a:rect l="l" t="t" r="r" b="b"/>
                      <a:pathLst>
                        <a:path w="60769" h="60769" extrusionOk="0">
                          <a:moveTo>
                            <a:pt x="60770" y="30385"/>
                          </a:moveTo>
                          <a:cubicBezTo>
                            <a:pt x="60770" y="47149"/>
                            <a:pt x="47149" y="60769"/>
                            <a:pt x="30385" y="60769"/>
                          </a:cubicBezTo>
                          <a:cubicBezTo>
                            <a:pt x="13621" y="60769"/>
                            <a:pt x="0" y="47149"/>
                            <a:pt x="0" y="30385"/>
                          </a:cubicBezTo>
                          <a:cubicBezTo>
                            <a:pt x="0" y="13621"/>
                            <a:pt x="13621" y="0"/>
                            <a:pt x="30385" y="0"/>
                          </a:cubicBezTo>
                          <a:cubicBezTo>
                            <a:pt x="47149" y="0"/>
                            <a:pt x="60770" y="13621"/>
                            <a:pt x="60770" y="30385"/>
                          </a:cubicBezTo>
                          <a:close/>
                        </a:path>
                      </a:pathLst>
                    </a:custGeom>
                    <a:solidFill>
                      <a:srgbClr val="4DA08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nvGrpSpPr>
                    <p:cNvPr id="1447" name="Google Shape;1447;p36"/>
                    <p:cNvGrpSpPr/>
                    <p:nvPr/>
                  </p:nvGrpSpPr>
                  <p:grpSpPr>
                    <a:xfrm>
                      <a:off x="7827699" y="4155222"/>
                      <a:ext cx="60769" cy="1388364"/>
                      <a:chOff x="7827699" y="4155222"/>
                      <a:chExt cx="60769" cy="1388364"/>
                    </a:xfrm>
                  </p:grpSpPr>
                  <p:grpSp>
                    <p:nvGrpSpPr>
                      <p:cNvPr id="1448" name="Google Shape;1448;p36"/>
                      <p:cNvGrpSpPr/>
                      <p:nvPr/>
                    </p:nvGrpSpPr>
                    <p:grpSpPr>
                      <a:xfrm>
                        <a:off x="7827699" y="4155222"/>
                        <a:ext cx="60769" cy="381381"/>
                        <a:chOff x="7827699" y="4155222"/>
                        <a:chExt cx="60769" cy="381381"/>
                      </a:xfrm>
                    </p:grpSpPr>
                    <p:sp>
                      <p:nvSpPr>
                        <p:cNvPr id="1449" name="Google Shape;1449;p36"/>
                        <p:cNvSpPr/>
                        <p:nvPr/>
                      </p:nvSpPr>
                      <p:spPr>
                        <a:xfrm>
                          <a:off x="7827699" y="4475834"/>
                          <a:ext cx="60769" cy="60769"/>
                        </a:xfrm>
                        <a:custGeom>
                          <a:avLst/>
                          <a:gdLst/>
                          <a:ahLst/>
                          <a:cxnLst/>
                          <a:rect l="l" t="t" r="r" b="b"/>
                          <a:pathLst>
                            <a:path w="60769" h="60769" extrusionOk="0">
                              <a:moveTo>
                                <a:pt x="60770" y="30385"/>
                              </a:moveTo>
                              <a:cubicBezTo>
                                <a:pt x="60770" y="47149"/>
                                <a:pt x="47149" y="60769"/>
                                <a:pt x="30385" y="60769"/>
                              </a:cubicBezTo>
                              <a:cubicBezTo>
                                <a:pt x="13621" y="60769"/>
                                <a:pt x="0" y="47149"/>
                                <a:pt x="0" y="30385"/>
                              </a:cubicBezTo>
                              <a:cubicBezTo>
                                <a:pt x="0" y="13621"/>
                                <a:pt x="13621" y="0"/>
                                <a:pt x="30385" y="0"/>
                              </a:cubicBezTo>
                              <a:cubicBezTo>
                                <a:pt x="47149" y="0"/>
                                <a:pt x="60770" y="13621"/>
                                <a:pt x="60770" y="30385"/>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50" name="Google Shape;1450;p36"/>
                        <p:cNvSpPr/>
                        <p:nvPr/>
                      </p:nvSpPr>
                      <p:spPr>
                        <a:xfrm>
                          <a:off x="7827699" y="4155222"/>
                          <a:ext cx="60769" cy="60769"/>
                        </a:xfrm>
                        <a:custGeom>
                          <a:avLst/>
                          <a:gdLst/>
                          <a:ahLst/>
                          <a:cxnLst/>
                          <a:rect l="l" t="t" r="r" b="b"/>
                          <a:pathLst>
                            <a:path w="60769" h="60769" extrusionOk="0">
                              <a:moveTo>
                                <a:pt x="60770" y="30385"/>
                              </a:moveTo>
                              <a:cubicBezTo>
                                <a:pt x="60770" y="47149"/>
                                <a:pt x="47149" y="60770"/>
                                <a:pt x="30385" y="60770"/>
                              </a:cubicBezTo>
                              <a:cubicBezTo>
                                <a:pt x="13621" y="60770"/>
                                <a:pt x="0" y="47149"/>
                                <a:pt x="0" y="30385"/>
                              </a:cubicBezTo>
                              <a:cubicBezTo>
                                <a:pt x="0" y="13621"/>
                                <a:pt x="13621" y="0"/>
                                <a:pt x="30385" y="0"/>
                              </a:cubicBezTo>
                              <a:cubicBezTo>
                                <a:pt x="47149" y="0"/>
                                <a:pt x="60770" y="13621"/>
                                <a:pt x="60770" y="30385"/>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grpSp>
                    <p:nvGrpSpPr>
                      <p:cNvPr id="1451" name="Google Shape;1451;p36"/>
                      <p:cNvGrpSpPr/>
                      <p:nvPr/>
                    </p:nvGrpSpPr>
                    <p:grpSpPr>
                      <a:xfrm>
                        <a:off x="7827699" y="5162206"/>
                        <a:ext cx="60769" cy="381380"/>
                        <a:chOff x="7827699" y="5162206"/>
                        <a:chExt cx="60769" cy="381380"/>
                      </a:xfrm>
                    </p:grpSpPr>
                    <p:sp>
                      <p:nvSpPr>
                        <p:cNvPr id="1452" name="Google Shape;1452;p36"/>
                        <p:cNvSpPr/>
                        <p:nvPr/>
                      </p:nvSpPr>
                      <p:spPr>
                        <a:xfrm>
                          <a:off x="7827699" y="5482817"/>
                          <a:ext cx="60769" cy="60769"/>
                        </a:xfrm>
                        <a:custGeom>
                          <a:avLst/>
                          <a:gdLst/>
                          <a:ahLst/>
                          <a:cxnLst/>
                          <a:rect l="l" t="t" r="r" b="b"/>
                          <a:pathLst>
                            <a:path w="60769" h="60769" extrusionOk="0">
                              <a:moveTo>
                                <a:pt x="60770" y="30385"/>
                              </a:moveTo>
                              <a:cubicBezTo>
                                <a:pt x="60770" y="47149"/>
                                <a:pt x="47149" y="60769"/>
                                <a:pt x="30385" y="60769"/>
                              </a:cubicBezTo>
                              <a:cubicBezTo>
                                <a:pt x="13621" y="60769"/>
                                <a:pt x="0" y="47149"/>
                                <a:pt x="0" y="30385"/>
                              </a:cubicBezTo>
                              <a:cubicBezTo>
                                <a:pt x="0" y="13621"/>
                                <a:pt x="13621" y="0"/>
                                <a:pt x="30385" y="0"/>
                              </a:cubicBezTo>
                              <a:cubicBezTo>
                                <a:pt x="47149" y="0"/>
                                <a:pt x="60770" y="13621"/>
                                <a:pt x="60770" y="30385"/>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53" name="Google Shape;1453;p36"/>
                        <p:cNvSpPr/>
                        <p:nvPr/>
                      </p:nvSpPr>
                      <p:spPr>
                        <a:xfrm>
                          <a:off x="7827699" y="5162206"/>
                          <a:ext cx="60769" cy="60769"/>
                        </a:xfrm>
                        <a:custGeom>
                          <a:avLst/>
                          <a:gdLst/>
                          <a:ahLst/>
                          <a:cxnLst/>
                          <a:rect l="l" t="t" r="r" b="b"/>
                          <a:pathLst>
                            <a:path w="60769" h="60769" extrusionOk="0">
                              <a:moveTo>
                                <a:pt x="60770" y="30385"/>
                              </a:moveTo>
                              <a:cubicBezTo>
                                <a:pt x="60770" y="47149"/>
                                <a:pt x="47149" y="60770"/>
                                <a:pt x="30385" y="60770"/>
                              </a:cubicBezTo>
                              <a:cubicBezTo>
                                <a:pt x="13621" y="60770"/>
                                <a:pt x="0" y="47149"/>
                                <a:pt x="0" y="30385"/>
                              </a:cubicBezTo>
                              <a:cubicBezTo>
                                <a:pt x="0" y="13621"/>
                                <a:pt x="13621" y="0"/>
                                <a:pt x="30385" y="0"/>
                              </a:cubicBezTo>
                              <a:cubicBezTo>
                                <a:pt x="47149" y="0"/>
                                <a:pt x="60770" y="13621"/>
                                <a:pt x="60770" y="30385"/>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grpSp>
              </p:grpSp>
              <p:grpSp>
                <p:nvGrpSpPr>
                  <p:cNvPr id="1454" name="Google Shape;1454;p36"/>
                  <p:cNvGrpSpPr/>
                  <p:nvPr/>
                </p:nvGrpSpPr>
                <p:grpSpPr>
                  <a:xfrm>
                    <a:off x="7744641" y="4738057"/>
                    <a:ext cx="237839" cy="298037"/>
                    <a:chOff x="7744641" y="4738057"/>
                    <a:chExt cx="237839" cy="298037"/>
                  </a:xfrm>
                </p:grpSpPr>
                <p:sp>
                  <p:nvSpPr>
                    <p:cNvPr id="1455" name="Google Shape;1455;p36"/>
                    <p:cNvSpPr/>
                    <p:nvPr/>
                  </p:nvSpPr>
                  <p:spPr>
                    <a:xfrm>
                      <a:off x="7755404" y="4738057"/>
                      <a:ext cx="227076" cy="239363"/>
                    </a:xfrm>
                    <a:custGeom>
                      <a:avLst/>
                      <a:gdLst/>
                      <a:ahLst/>
                      <a:cxnLst/>
                      <a:rect l="l" t="t" r="r" b="b"/>
                      <a:pathLst>
                        <a:path w="227076" h="239363" extrusionOk="0">
                          <a:moveTo>
                            <a:pt x="179165" y="0"/>
                          </a:moveTo>
                          <a:cubicBezTo>
                            <a:pt x="190595" y="14383"/>
                            <a:pt x="197548" y="32575"/>
                            <a:pt x="197548" y="52388"/>
                          </a:cubicBezTo>
                          <a:lnTo>
                            <a:pt x="197548" y="114871"/>
                          </a:lnTo>
                          <a:cubicBezTo>
                            <a:pt x="197548" y="161354"/>
                            <a:pt x="159925" y="198977"/>
                            <a:pt x="113443" y="198977"/>
                          </a:cubicBezTo>
                          <a:cubicBezTo>
                            <a:pt x="66961" y="198977"/>
                            <a:pt x="29337" y="161354"/>
                            <a:pt x="29337" y="114871"/>
                          </a:cubicBezTo>
                          <a:lnTo>
                            <a:pt x="29337" y="52388"/>
                          </a:lnTo>
                          <a:cubicBezTo>
                            <a:pt x="29337" y="32575"/>
                            <a:pt x="36195" y="14383"/>
                            <a:pt x="47720" y="0"/>
                          </a:cubicBezTo>
                          <a:lnTo>
                            <a:pt x="7906" y="0"/>
                          </a:lnTo>
                          <a:cubicBezTo>
                            <a:pt x="2857" y="12859"/>
                            <a:pt x="0" y="26765"/>
                            <a:pt x="0" y="41434"/>
                          </a:cubicBezTo>
                          <a:lnTo>
                            <a:pt x="0" y="125825"/>
                          </a:lnTo>
                          <a:cubicBezTo>
                            <a:pt x="0" y="188500"/>
                            <a:pt x="50864" y="239363"/>
                            <a:pt x="113538" y="239363"/>
                          </a:cubicBezTo>
                          <a:cubicBezTo>
                            <a:pt x="176213" y="239363"/>
                            <a:pt x="227076" y="188500"/>
                            <a:pt x="227076" y="125825"/>
                          </a:cubicBezTo>
                          <a:lnTo>
                            <a:pt x="227076" y="41434"/>
                          </a:lnTo>
                          <a:cubicBezTo>
                            <a:pt x="227076" y="26765"/>
                            <a:pt x="224219" y="12859"/>
                            <a:pt x="219170" y="0"/>
                          </a:cubicBezTo>
                          <a:lnTo>
                            <a:pt x="179356" y="0"/>
                          </a:lnTo>
                          <a:close/>
                        </a:path>
                      </a:pathLst>
                    </a:custGeom>
                    <a:solidFill>
                      <a:srgbClr val="4DA08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56" name="Google Shape;1456;p36"/>
                    <p:cNvSpPr/>
                    <p:nvPr/>
                  </p:nvSpPr>
                  <p:spPr>
                    <a:xfrm>
                      <a:off x="7840081" y="4887409"/>
                      <a:ext cx="42672" cy="148685"/>
                    </a:xfrm>
                    <a:custGeom>
                      <a:avLst/>
                      <a:gdLst/>
                      <a:ahLst/>
                      <a:cxnLst/>
                      <a:rect l="l" t="t" r="r" b="b"/>
                      <a:pathLst>
                        <a:path w="42672" h="148685" extrusionOk="0">
                          <a:moveTo>
                            <a:pt x="42672" y="127349"/>
                          </a:moveTo>
                          <a:cubicBezTo>
                            <a:pt x="42672" y="139160"/>
                            <a:pt x="33147" y="148685"/>
                            <a:pt x="21336" y="148685"/>
                          </a:cubicBezTo>
                          <a:lnTo>
                            <a:pt x="21336" y="148685"/>
                          </a:lnTo>
                          <a:cubicBezTo>
                            <a:pt x="9525" y="148685"/>
                            <a:pt x="0" y="139065"/>
                            <a:pt x="0" y="127349"/>
                          </a:cubicBezTo>
                          <a:lnTo>
                            <a:pt x="0" y="21336"/>
                          </a:lnTo>
                          <a:cubicBezTo>
                            <a:pt x="0" y="9525"/>
                            <a:pt x="9620" y="0"/>
                            <a:pt x="21336" y="0"/>
                          </a:cubicBezTo>
                          <a:lnTo>
                            <a:pt x="21336" y="0"/>
                          </a:lnTo>
                          <a:cubicBezTo>
                            <a:pt x="33147" y="0"/>
                            <a:pt x="42672" y="9525"/>
                            <a:pt x="42672" y="21336"/>
                          </a:cubicBezTo>
                          <a:lnTo>
                            <a:pt x="42672" y="127349"/>
                          </a:lnTo>
                          <a:close/>
                        </a:path>
                      </a:pathLst>
                    </a:custGeom>
                    <a:solidFill>
                      <a:srgbClr val="D3830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57" name="Google Shape;1457;p36"/>
                    <p:cNvSpPr/>
                    <p:nvPr/>
                  </p:nvSpPr>
                  <p:spPr>
                    <a:xfrm>
                      <a:off x="7744641" y="4738057"/>
                      <a:ext cx="227075" cy="298037"/>
                    </a:xfrm>
                    <a:custGeom>
                      <a:avLst/>
                      <a:gdLst/>
                      <a:ahLst/>
                      <a:cxnLst/>
                      <a:rect l="l" t="t" r="r" b="b"/>
                      <a:pathLst>
                        <a:path w="227075" h="298037" extrusionOk="0">
                          <a:moveTo>
                            <a:pt x="219075" y="0"/>
                          </a:moveTo>
                          <a:lnTo>
                            <a:pt x="179261" y="0"/>
                          </a:lnTo>
                          <a:cubicBezTo>
                            <a:pt x="190690" y="14383"/>
                            <a:pt x="197548" y="32575"/>
                            <a:pt x="197548" y="52388"/>
                          </a:cubicBezTo>
                          <a:lnTo>
                            <a:pt x="197548" y="114871"/>
                          </a:lnTo>
                          <a:cubicBezTo>
                            <a:pt x="197548" y="153924"/>
                            <a:pt x="170878" y="186690"/>
                            <a:pt x="134779" y="196120"/>
                          </a:cubicBezTo>
                          <a:lnTo>
                            <a:pt x="134779" y="170688"/>
                          </a:lnTo>
                          <a:cubicBezTo>
                            <a:pt x="134779" y="158877"/>
                            <a:pt x="125254" y="149352"/>
                            <a:pt x="113443" y="149352"/>
                          </a:cubicBezTo>
                          <a:cubicBezTo>
                            <a:pt x="101632" y="149352"/>
                            <a:pt x="92107" y="158877"/>
                            <a:pt x="92107" y="170688"/>
                          </a:cubicBezTo>
                          <a:lnTo>
                            <a:pt x="92107" y="196120"/>
                          </a:lnTo>
                          <a:cubicBezTo>
                            <a:pt x="56007" y="186690"/>
                            <a:pt x="29337" y="153924"/>
                            <a:pt x="29337" y="114871"/>
                          </a:cubicBezTo>
                          <a:lnTo>
                            <a:pt x="29337" y="52388"/>
                          </a:lnTo>
                          <a:cubicBezTo>
                            <a:pt x="29337" y="32575"/>
                            <a:pt x="36195" y="14383"/>
                            <a:pt x="47720" y="0"/>
                          </a:cubicBezTo>
                          <a:lnTo>
                            <a:pt x="7906" y="0"/>
                          </a:lnTo>
                          <a:cubicBezTo>
                            <a:pt x="2857" y="12859"/>
                            <a:pt x="0" y="26765"/>
                            <a:pt x="0" y="41434"/>
                          </a:cubicBezTo>
                          <a:lnTo>
                            <a:pt x="0" y="125825"/>
                          </a:lnTo>
                          <a:cubicBezTo>
                            <a:pt x="0" y="181261"/>
                            <a:pt x="39719" y="227267"/>
                            <a:pt x="92202" y="237268"/>
                          </a:cubicBezTo>
                          <a:lnTo>
                            <a:pt x="92202" y="276701"/>
                          </a:lnTo>
                          <a:cubicBezTo>
                            <a:pt x="92202" y="288512"/>
                            <a:pt x="101822" y="298037"/>
                            <a:pt x="113538" y="298037"/>
                          </a:cubicBezTo>
                          <a:cubicBezTo>
                            <a:pt x="125254" y="298037"/>
                            <a:pt x="134874" y="288417"/>
                            <a:pt x="134874" y="276701"/>
                          </a:cubicBezTo>
                          <a:lnTo>
                            <a:pt x="134874" y="237268"/>
                          </a:lnTo>
                          <a:cubicBezTo>
                            <a:pt x="187357" y="227267"/>
                            <a:pt x="227076" y="181166"/>
                            <a:pt x="227076" y="125825"/>
                          </a:cubicBezTo>
                          <a:lnTo>
                            <a:pt x="227076" y="41434"/>
                          </a:lnTo>
                          <a:cubicBezTo>
                            <a:pt x="227076" y="26765"/>
                            <a:pt x="224219" y="12859"/>
                            <a:pt x="219170" y="0"/>
                          </a:cubicBezTo>
                          <a:close/>
                        </a:path>
                      </a:pathLst>
                    </a:custGeom>
                    <a:solidFill>
                      <a:schemeClr val="dk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grpSp>
            <p:grpSp>
              <p:nvGrpSpPr>
                <p:cNvPr id="1458" name="Google Shape;1458;p36"/>
                <p:cNvGrpSpPr/>
                <p:nvPr/>
              </p:nvGrpSpPr>
              <p:grpSpPr>
                <a:xfrm>
                  <a:off x="9439424" y="3956912"/>
                  <a:ext cx="302799" cy="1890712"/>
                  <a:chOff x="9439424" y="3956912"/>
                  <a:chExt cx="302799" cy="1890712"/>
                </a:xfrm>
              </p:grpSpPr>
              <p:grpSp>
                <p:nvGrpSpPr>
                  <p:cNvPr id="1459" name="Google Shape;1459;p36"/>
                  <p:cNvGrpSpPr/>
                  <p:nvPr/>
                </p:nvGrpSpPr>
                <p:grpSpPr>
                  <a:xfrm>
                    <a:off x="9524864" y="3956912"/>
                    <a:ext cx="154971" cy="1890712"/>
                    <a:chOff x="9524864" y="3956912"/>
                    <a:chExt cx="154971" cy="1890712"/>
                  </a:xfrm>
                </p:grpSpPr>
                <p:sp>
                  <p:nvSpPr>
                    <p:cNvPr id="1460" name="Google Shape;1460;p36"/>
                    <p:cNvSpPr/>
                    <p:nvPr/>
                  </p:nvSpPr>
                  <p:spPr>
                    <a:xfrm>
                      <a:off x="9546295" y="3956912"/>
                      <a:ext cx="133540" cy="1890712"/>
                    </a:xfrm>
                    <a:custGeom>
                      <a:avLst/>
                      <a:gdLst/>
                      <a:ahLst/>
                      <a:cxnLst/>
                      <a:rect l="l" t="t" r="r" b="b"/>
                      <a:pathLst>
                        <a:path w="133540" h="1890712" extrusionOk="0">
                          <a:moveTo>
                            <a:pt x="0" y="0"/>
                          </a:moveTo>
                          <a:lnTo>
                            <a:pt x="133541" y="0"/>
                          </a:lnTo>
                          <a:lnTo>
                            <a:pt x="133541" y="1890713"/>
                          </a:lnTo>
                          <a:lnTo>
                            <a:pt x="0" y="1890713"/>
                          </a:lnTo>
                          <a:close/>
                        </a:path>
                      </a:pathLst>
                    </a:custGeom>
                    <a:solidFill>
                      <a:schemeClr val="accent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61" name="Google Shape;1461;p36"/>
                    <p:cNvSpPr/>
                    <p:nvPr/>
                  </p:nvSpPr>
                  <p:spPr>
                    <a:xfrm>
                      <a:off x="9524864" y="3956912"/>
                      <a:ext cx="133540" cy="1890712"/>
                    </a:xfrm>
                    <a:custGeom>
                      <a:avLst/>
                      <a:gdLst/>
                      <a:ahLst/>
                      <a:cxnLst/>
                      <a:rect l="l" t="t" r="r" b="b"/>
                      <a:pathLst>
                        <a:path w="133540" h="1890712" extrusionOk="0">
                          <a:moveTo>
                            <a:pt x="0" y="0"/>
                          </a:moveTo>
                          <a:lnTo>
                            <a:pt x="133541" y="0"/>
                          </a:lnTo>
                          <a:lnTo>
                            <a:pt x="133541" y="1890713"/>
                          </a:lnTo>
                          <a:lnTo>
                            <a:pt x="0" y="1890713"/>
                          </a:lnTo>
                          <a:close/>
                        </a:path>
                      </a:pathLst>
                    </a:custGeom>
                    <a:solidFill>
                      <a:schemeClr val="accent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sp>
                <p:nvSpPr>
                  <p:cNvPr id="1462" name="Google Shape;1462;p36"/>
                  <p:cNvSpPr/>
                  <p:nvPr/>
                </p:nvSpPr>
                <p:spPr>
                  <a:xfrm>
                    <a:off x="9439424" y="4603564"/>
                    <a:ext cx="302799" cy="134493"/>
                  </a:xfrm>
                  <a:custGeom>
                    <a:avLst/>
                    <a:gdLst/>
                    <a:ahLst/>
                    <a:cxnLst/>
                    <a:rect l="l" t="t" r="r" b="b"/>
                    <a:pathLst>
                      <a:path w="302799" h="134493" extrusionOk="0">
                        <a:moveTo>
                          <a:pt x="0" y="0"/>
                        </a:moveTo>
                        <a:lnTo>
                          <a:pt x="302800" y="0"/>
                        </a:lnTo>
                        <a:lnTo>
                          <a:pt x="302800" y="134493"/>
                        </a:lnTo>
                        <a:lnTo>
                          <a:pt x="0" y="134493"/>
                        </a:lnTo>
                        <a:close/>
                      </a:path>
                    </a:pathLst>
                  </a:custGeom>
                  <a:solidFill>
                    <a:schemeClr val="accent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nvGrpSpPr>
                  <p:cNvPr id="1463" name="Google Shape;1463;p36"/>
                  <p:cNvGrpSpPr/>
                  <p:nvPr/>
                </p:nvGrpSpPr>
                <p:grpSpPr>
                  <a:xfrm>
                    <a:off x="9561344" y="4155222"/>
                    <a:ext cx="60769" cy="1388364"/>
                    <a:chOff x="9561344" y="4155222"/>
                    <a:chExt cx="60769" cy="1388364"/>
                  </a:xfrm>
                </p:grpSpPr>
                <p:sp>
                  <p:nvSpPr>
                    <p:cNvPr id="1464" name="Google Shape;1464;p36"/>
                    <p:cNvSpPr/>
                    <p:nvPr/>
                  </p:nvSpPr>
                  <p:spPr>
                    <a:xfrm>
                      <a:off x="9561344" y="4871883"/>
                      <a:ext cx="60769" cy="60769"/>
                    </a:xfrm>
                    <a:custGeom>
                      <a:avLst/>
                      <a:gdLst/>
                      <a:ahLst/>
                      <a:cxnLst/>
                      <a:rect l="l" t="t" r="r" b="b"/>
                      <a:pathLst>
                        <a:path w="60769" h="60769" extrusionOk="0">
                          <a:moveTo>
                            <a:pt x="60770" y="30385"/>
                          </a:moveTo>
                          <a:cubicBezTo>
                            <a:pt x="60770" y="47149"/>
                            <a:pt x="47149" y="60769"/>
                            <a:pt x="30385" y="60769"/>
                          </a:cubicBezTo>
                          <a:cubicBezTo>
                            <a:pt x="13621" y="60769"/>
                            <a:pt x="0" y="47149"/>
                            <a:pt x="0" y="30385"/>
                          </a:cubicBezTo>
                          <a:cubicBezTo>
                            <a:pt x="0" y="13621"/>
                            <a:pt x="13621" y="0"/>
                            <a:pt x="30385" y="0"/>
                          </a:cubicBezTo>
                          <a:cubicBezTo>
                            <a:pt x="47149" y="0"/>
                            <a:pt x="60770" y="13621"/>
                            <a:pt x="60770" y="30385"/>
                          </a:cubicBezTo>
                          <a:close/>
                        </a:path>
                      </a:pathLst>
                    </a:custGeom>
                    <a:solidFill>
                      <a:srgbClr val="4DA08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nvGrpSpPr>
                    <p:cNvPr id="1465" name="Google Shape;1465;p36"/>
                    <p:cNvGrpSpPr/>
                    <p:nvPr/>
                  </p:nvGrpSpPr>
                  <p:grpSpPr>
                    <a:xfrm>
                      <a:off x="9561344" y="4155222"/>
                      <a:ext cx="60769" cy="1388364"/>
                      <a:chOff x="9561344" y="4155222"/>
                      <a:chExt cx="60769" cy="1388364"/>
                    </a:xfrm>
                  </p:grpSpPr>
                  <p:grpSp>
                    <p:nvGrpSpPr>
                      <p:cNvPr id="1466" name="Google Shape;1466;p36"/>
                      <p:cNvGrpSpPr/>
                      <p:nvPr/>
                    </p:nvGrpSpPr>
                    <p:grpSpPr>
                      <a:xfrm>
                        <a:off x="9561344" y="4155222"/>
                        <a:ext cx="60769" cy="381381"/>
                        <a:chOff x="9561344" y="4155222"/>
                        <a:chExt cx="60769" cy="381381"/>
                      </a:xfrm>
                    </p:grpSpPr>
                    <p:sp>
                      <p:nvSpPr>
                        <p:cNvPr id="1467" name="Google Shape;1467;p36"/>
                        <p:cNvSpPr/>
                        <p:nvPr/>
                      </p:nvSpPr>
                      <p:spPr>
                        <a:xfrm>
                          <a:off x="9561344" y="4475834"/>
                          <a:ext cx="60769" cy="60769"/>
                        </a:xfrm>
                        <a:custGeom>
                          <a:avLst/>
                          <a:gdLst/>
                          <a:ahLst/>
                          <a:cxnLst/>
                          <a:rect l="l" t="t" r="r" b="b"/>
                          <a:pathLst>
                            <a:path w="60769" h="60769" extrusionOk="0">
                              <a:moveTo>
                                <a:pt x="60770" y="30385"/>
                              </a:moveTo>
                              <a:cubicBezTo>
                                <a:pt x="60770" y="47149"/>
                                <a:pt x="47149" y="60769"/>
                                <a:pt x="30385" y="60769"/>
                              </a:cubicBezTo>
                              <a:cubicBezTo>
                                <a:pt x="13621" y="60769"/>
                                <a:pt x="0" y="47149"/>
                                <a:pt x="0" y="30385"/>
                              </a:cubicBezTo>
                              <a:cubicBezTo>
                                <a:pt x="0" y="13621"/>
                                <a:pt x="13621" y="0"/>
                                <a:pt x="30385" y="0"/>
                              </a:cubicBezTo>
                              <a:cubicBezTo>
                                <a:pt x="47149" y="0"/>
                                <a:pt x="60770" y="13621"/>
                                <a:pt x="60770" y="30385"/>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68" name="Google Shape;1468;p36"/>
                        <p:cNvSpPr/>
                        <p:nvPr/>
                      </p:nvSpPr>
                      <p:spPr>
                        <a:xfrm>
                          <a:off x="9561344" y="4155222"/>
                          <a:ext cx="60769" cy="60769"/>
                        </a:xfrm>
                        <a:custGeom>
                          <a:avLst/>
                          <a:gdLst/>
                          <a:ahLst/>
                          <a:cxnLst/>
                          <a:rect l="l" t="t" r="r" b="b"/>
                          <a:pathLst>
                            <a:path w="60769" h="60769" extrusionOk="0">
                              <a:moveTo>
                                <a:pt x="60770" y="30385"/>
                              </a:moveTo>
                              <a:cubicBezTo>
                                <a:pt x="60770" y="47149"/>
                                <a:pt x="47149" y="60770"/>
                                <a:pt x="30385" y="60770"/>
                              </a:cubicBezTo>
                              <a:cubicBezTo>
                                <a:pt x="13621" y="60770"/>
                                <a:pt x="0" y="47149"/>
                                <a:pt x="0" y="30385"/>
                              </a:cubicBezTo>
                              <a:cubicBezTo>
                                <a:pt x="0" y="13621"/>
                                <a:pt x="13621" y="0"/>
                                <a:pt x="30385" y="0"/>
                              </a:cubicBezTo>
                              <a:cubicBezTo>
                                <a:pt x="47149" y="0"/>
                                <a:pt x="60770" y="13621"/>
                                <a:pt x="60770" y="30385"/>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grpSp>
                    <p:nvGrpSpPr>
                      <p:cNvPr id="1469" name="Google Shape;1469;p36"/>
                      <p:cNvGrpSpPr/>
                      <p:nvPr/>
                    </p:nvGrpSpPr>
                    <p:grpSpPr>
                      <a:xfrm>
                        <a:off x="9561344" y="5162206"/>
                        <a:ext cx="60769" cy="381380"/>
                        <a:chOff x="9561344" y="5162206"/>
                        <a:chExt cx="60769" cy="381380"/>
                      </a:xfrm>
                    </p:grpSpPr>
                    <p:sp>
                      <p:nvSpPr>
                        <p:cNvPr id="1470" name="Google Shape;1470;p36"/>
                        <p:cNvSpPr/>
                        <p:nvPr/>
                      </p:nvSpPr>
                      <p:spPr>
                        <a:xfrm>
                          <a:off x="9561344" y="5482817"/>
                          <a:ext cx="60769" cy="60769"/>
                        </a:xfrm>
                        <a:custGeom>
                          <a:avLst/>
                          <a:gdLst/>
                          <a:ahLst/>
                          <a:cxnLst/>
                          <a:rect l="l" t="t" r="r" b="b"/>
                          <a:pathLst>
                            <a:path w="60769" h="60769" extrusionOk="0">
                              <a:moveTo>
                                <a:pt x="60770" y="30385"/>
                              </a:moveTo>
                              <a:cubicBezTo>
                                <a:pt x="60770" y="47149"/>
                                <a:pt x="47149" y="60769"/>
                                <a:pt x="30385" y="60769"/>
                              </a:cubicBezTo>
                              <a:cubicBezTo>
                                <a:pt x="13621" y="60769"/>
                                <a:pt x="0" y="47149"/>
                                <a:pt x="0" y="30385"/>
                              </a:cubicBezTo>
                              <a:cubicBezTo>
                                <a:pt x="0" y="13621"/>
                                <a:pt x="13621" y="0"/>
                                <a:pt x="30385" y="0"/>
                              </a:cubicBezTo>
                              <a:cubicBezTo>
                                <a:pt x="47149" y="0"/>
                                <a:pt x="60770" y="13621"/>
                                <a:pt x="60770" y="30385"/>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71" name="Google Shape;1471;p36"/>
                        <p:cNvSpPr/>
                        <p:nvPr/>
                      </p:nvSpPr>
                      <p:spPr>
                        <a:xfrm>
                          <a:off x="9561344" y="5162206"/>
                          <a:ext cx="60769" cy="60769"/>
                        </a:xfrm>
                        <a:custGeom>
                          <a:avLst/>
                          <a:gdLst/>
                          <a:ahLst/>
                          <a:cxnLst/>
                          <a:rect l="l" t="t" r="r" b="b"/>
                          <a:pathLst>
                            <a:path w="60769" h="60769" extrusionOk="0">
                              <a:moveTo>
                                <a:pt x="60770" y="30385"/>
                              </a:moveTo>
                              <a:cubicBezTo>
                                <a:pt x="60770" y="47149"/>
                                <a:pt x="47149" y="60770"/>
                                <a:pt x="30385" y="60770"/>
                              </a:cubicBezTo>
                              <a:cubicBezTo>
                                <a:pt x="13621" y="60770"/>
                                <a:pt x="0" y="47149"/>
                                <a:pt x="0" y="30385"/>
                              </a:cubicBezTo>
                              <a:cubicBezTo>
                                <a:pt x="0" y="13621"/>
                                <a:pt x="13621" y="0"/>
                                <a:pt x="30385" y="0"/>
                              </a:cubicBezTo>
                              <a:cubicBezTo>
                                <a:pt x="47149" y="0"/>
                                <a:pt x="60770" y="13621"/>
                                <a:pt x="60770" y="30385"/>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grpSp>
              </p:grpSp>
              <p:grpSp>
                <p:nvGrpSpPr>
                  <p:cNvPr id="1472" name="Google Shape;1472;p36"/>
                  <p:cNvGrpSpPr/>
                  <p:nvPr/>
                </p:nvGrpSpPr>
                <p:grpSpPr>
                  <a:xfrm>
                    <a:off x="9478191" y="4738057"/>
                    <a:ext cx="237648" cy="298037"/>
                    <a:chOff x="9478191" y="4738057"/>
                    <a:chExt cx="237648" cy="298037"/>
                  </a:xfrm>
                </p:grpSpPr>
                <p:sp>
                  <p:nvSpPr>
                    <p:cNvPr id="1473" name="Google Shape;1473;p36"/>
                    <p:cNvSpPr/>
                    <p:nvPr/>
                  </p:nvSpPr>
                  <p:spPr>
                    <a:xfrm>
                      <a:off x="9488764" y="4738057"/>
                      <a:ext cx="227075" cy="239363"/>
                    </a:xfrm>
                    <a:custGeom>
                      <a:avLst/>
                      <a:gdLst/>
                      <a:ahLst/>
                      <a:cxnLst/>
                      <a:rect l="l" t="t" r="r" b="b"/>
                      <a:pathLst>
                        <a:path w="227075" h="239363" extrusionOk="0">
                          <a:moveTo>
                            <a:pt x="179356" y="0"/>
                          </a:moveTo>
                          <a:cubicBezTo>
                            <a:pt x="190786" y="14383"/>
                            <a:pt x="197644" y="32575"/>
                            <a:pt x="197644" y="52388"/>
                          </a:cubicBezTo>
                          <a:lnTo>
                            <a:pt x="197644" y="114871"/>
                          </a:lnTo>
                          <a:cubicBezTo>
                            <a:pt x="197644" y="161354"/>
                            <a:pt x="160020" y="198977"/>
                            <a:pt x="113538" y="198977"/>
                          </a:cubicBezTo>
                          <a:cubicBezTo>
                            <a:pt x="67056" y="198977"/>
                            <a:pt x="29432" y="161354"/>
                            <a:pt x="29432" y="114871"/>
                          </a:cubicBezTo>
                          <a:lnTo>
                            <a:pt x="29432" y="52388"/>
                          </a:lnTo>
                          <a:cubicBezTo>
                            <a:pt x="29432" y="32575"/>
                            <a:pt x="36290" y="14383"/>
                            <a:pt x="47720" y="0"/>
                          </a:cubicBezTo>
                          <a:lnTo>
                            <a:pt x="7906" y="0"/>
                          </a:lnTo>
                          <a:cubicBezTo>
                            <a:pt x="2858" y="12859"/>
                            <a:pt x="0" y="26765"/>
                            <a:pt x="0" y="41434"/>
                          </a:cubicBezTo>
                          <a:lnTo>
                            <a:pt x="0" y="125825"/>
                          </a:lnTo>
                          <a:cubicBezTo>
                            <a:pt x="0" y="188500"/>
                            <a:pt x="50863" y="239363"/>
                            <a:pt x="113538" y="239363"/>
                          </a:cubicBezTo>
                          <a:cubicBezTo>
                            <a:pt x="176213" y="239363"/>
                            <a:pt x="227076" y="188500"/>
                            <a:pt x="227076" y="125825"/>
                          </a:cubicBezTo>
                          <a:lnTo>
                            <a:pt x="227076" y="41434"/>
                          </a:lnTo>
                          <a:cubicBezTo>
                            <a:pt x="227076" y="26765"/>
                            <a:pt x="224219" y="12859"/>
                            <a:pt x="219170" y="0"/>
                          </a:cubicBezTo>
                          <a:lnTo>
                            <a:pt x="179356" y="0"/>
                          </a:lnTo>
                          <a:close/>
                        </a:path>
                      </a:pathLst>
                    </a:custGeom>
                    <a:solidFill>
                      <a:srgbClr val="4DA08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74" name="Google Shape;1474;p36"/>
                    <p:cNvSpPr/>
                    <p:nvPr/>
                  </p:nvSpPr>
                  <p:spPr>
                    <a:xfrm>
                      <a:off x="9573727" y="4887409"/>
                      <a:ext cx="42671" cy="148685"/>
                    </a:xfrm>
                    <a:custGeom>
                      <a:avLst/>
                      <a:gdLst/>
                      <a:ahLst/>
                      <a:cxnLst/>
                      <a:rect l="l" t="t" r="r" b="b"/>
                      <a:pathLst>
                        <a:path w="42671" h="148685" extrusionOk="0">
                          <a:moveTo>
                            <a:pt x="42672" y="127349"/>
                          </a:moveTo>
                          <a:cubicBezTo>
                            <a:pt x="42672" y="139160"/>
                            <a:pt x="33052" y="148685"/>
                            <a:pt x="21336" y="148685"/>
                          </a:cubicBezTo>
                          <a:lnTo>
                            <a:pt x="21336" y="148685"/>
                          </a:lnTo>
                          <a:cubicBezTo>
                            <a:pt x="9525" y="148685"/>
                            <a:pt x="0" y="139065"/>
                            <a:pt x="0" y="127349"/>
                          </a:cubicBezTo>
                          <a:lnTo>
                            <a:pt x="0" y="21336"/>
                          </a:lnTo>
                          <a:cubicBezTo>
                            <a:pt x="0" y="9525"/>
                            <a:pt x="9525" y="0"/>
                            <a:pt x="21336" y="0"/>
                          </a:cubicBezTo>
                          <a:lnTo>
                            <a:pt x="21336" y="0"/>
                          </a:lnTo>
                          <a:cubicBezTo>
                            <a:pt x="33147" y="0"/>
                            <a:pt x="42672" y="9525"/>
                            <a:pt x="42672" y="21336"/>
                          </a:cubicBezTo>
                          <a:lnTo>
                            <a:pt x="42672" y="127349"/>
                          </a:lnTo>
                          <a:close/>
                        </a:path>
                      </a:pathLst>
                    </a:custGeom>
                    <a:solidFill>
                      <a:srgbClr val="D3830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75" name="Google Shape;1475;p36"/>
                    <p:cNvSpPr/>
                    <p:nvPr/>
                  </p:nvSpPr>
                  <p:spPr>
                    <a:xfrm>
                      <a:off x="9478191" y="4738057"/>
                      <a:ext cx="227076" cy="298037"/>
                    </a:xfrm>
                    <a:custGeom>
                      <a:avLst/>
                      <a:gdLst/>
                      <a:ahLst/>
                      <a:cxnLst/>
                      <a:rect l="l" t="t" r="r" b="b"/>
                      <a:pathLst>
                        <a:path w="227076" h="298037" extrusionOk="0">
                          <a:moveTo>
                            <a:pt x="219170" y="0"/>
                          </a:moveTo>
                          <a:lnTo>
                            <a:pt x="179356" y="0"/>
                          </a:lnTo>
                          <a:cubicBezTo>
                            <a:pt x="190786" y="14383"/>
                            <a:pt x="197644" y="32575"/>
                            <a:pt x="197644" y="52388"/>
                          </a:cubicBezTo>
                          <a:lnTo>
                            <a:pt x="197644" y="114871"/>
                          </a:lnTo>
                          <a:cubicBezTo>
                            <a:pt x="197644" y="153924"/>
                            <a:pt x="170974" y="186690"/>
                            <a:pt x="134874" y="196120"/>
                          </a:cubicBezTo>
                          <a:lnTo>
                            <a:pt x="134874" y="170688"/>
                          </a:lnTo>
                          <a:cubicBezTo>
                            <a:pt x="134874" y="158877"/>
                            <a:pt x="125349" y="149352"/>
                            <a:pt x="113538" y="149352"/>
                          </a:cubicBezTo>
                          <a:cubicBezTo>
                            <a:pt x="101727" y="149352"/>
                            <a:pt x="92202" y="158877"/>
                            <a:pt x="92202" y="170688"/>
                          </a:cubicBezTo>
                          <a:lnTo>
                            <a:pt x="92202" y="196120"/>
                          </a:lnTo>
                          <a:cubicBezTo>
                            <a:pt x="56102" y="186690"/>
                            <a:pt x="29432" y="153924"/>
                            <a:pt x="29432" y="114871"/>
                          </a:cubicBezTo>
                          <a:lnTo>
                            <a:pt x="29432" y="52388"/>
                          </a:lnTo>
                          <a:cubicBezTo>
                            <a:pt x="29432" y="32575"/>
                            <a:pt x="36290" y="14383"/>
                            <a:pt x="47720" y="0"/>
                          </a:cubicBezTo>
                          <a:lnTo>
                            <a:pt x="7906" y="0"/>
                          </a:lnTo>
                          <a:cubicBezTo>
                            <a:pt x="2858" y="12859"/>
                            <a:pt x="0" y="26765"/>
                            <a:pt x="0" y="41434"/>
                          </a:cubicBezTo>
                          <a:lnTo>
                            <a:pt x="0" y="125825"/>
                          </a:lnTo>
                          <a:cubicBezTo>
                            <a:pt x="0" y="181261"/>
                            <a:pt x="39719" y="227267"/>
                            <a:pt x="92202" y="237268"/>
                          </a:cubicBezTo>
                          <a:lnTo>
                            <a:pt x="92202" y="276701"/>
                          </a:lnTo>
                          <a:cubicBezTo>
                            <a:pt x="92202" y="288512"/>
                            <a:pt x="101727" y="298037"/>
                            <a:pt x="113538" y="298037"/>
                          </a:cubicBezTo>
                          <a:cubicBezTo>
                            <a:pt x="125349" y="298037"/>
                            <a:pt x="134874" y="288417"/>
                            <a:pt x="134874" y="276701"/>
                          </a:cubicBezTo>
                          <a:lnTo>
                            <a:pt x="134874" y="237268"/>
                          </a:lnTo>
                          <a:cubicBezTo>
                            <a:pt x="187357" y="227267"/>
                            <a:pt x="227076" y="181166"/>
                            <a:pt x="227076" y="125825"/>
                          </a:cubicBezTo>
                          <a:lnTo>
                            <a:pt x="227076" y="41434"/>
                          </a:lnTo>
                          <a:cubicBezTo>
                            <a:pt x="227076" y="26765"/>
                            <a:pt x="224218" y="12859"/>
                            <a:pt x="219170" y="0"/>
                          </a:cubicBezTo>
                          <a:close/>
                        </a:path>
                      </a:pathLst>
                    </a:custGeom>
                    <a:solidFill>
                      <a:schemeClr val="dk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grpSp>
          </p:grpSp>
          <p:grpSp>
            <p:nvGrpSpPr>
              <p:cNvPr id="1476" name="Google Shape;1476;p36"/>
              <p:cNvGrpSpPr/>
              <p:nvPr/>
            </p:nvGrpSpPr>
            <p:grpSpPr>
              <a:xfrm>
                <a:off x="8341954" y="3653827"/>
                <a:ext cx="791622" cy="303180"/>
                <a:chOff x="8341954" y="3653827"/>
                <a:chExt cx="791622" cy="303180"/>
              </a:xfrm>
            </p:grpSpPr>
            <p:sp>
              <p:nvSpPr>
                <p:cNvPr id="1477" name="Google Shape;1477;p36"/>
                <p:cNvSpPr/>
                <p:nvPr/>
              </p:nvSpPr>
              <p:spPr>
                <a:xfrm>
                  <a:off x="8341954" y="3653827"/>
                  <a:ext cx="791622" cy="303180"/>
                </a:xfrm>
                <a:custGeom>
                  <a:avLst/>
                  <a:gdLst/>
                  <a:ahLst/>
                  <a:cxnLst/>
                  <a:rect l="l" t="t" r="r" b="b"/>
                  <a:pathLst>
                    <a:path w="791622" h="303180" extrusionOk="0">
                      <a:moveTo>
                        <a:pt x="682847" y="0"/>
                      </a:moveTo>
                      <a:lnTo>
                        <a:pt x="108775" y="0"/>
                      </a:lnTo>
                      <a:cubicBezTo>
                        <a:pt x="108775" y="0"/>
                        <a:pt x="0" y="0"/>
                        <a:pt x="0" y="120491"/>
                      </a:cubicBezTo>
                      <a:lnTo>
                        <a:pt x="0" y="303181"/>
                      </a:lnTo>
                      <a:lnTo>
                        <a:pt x="132112" y="303181"/>
                      </a:lnTo>
                      <a:lnTo>
                        <a:pt x="132112" y="116586"/>
                      </a:lnTo>
                      <a:lnTo>
                        <a:pt x="659511" y="116586"/>
                      </a:lnTo>
                      <a:lnTo>
                        <a:pt x="659511" y="303086"/>
                      </a:lnTo>
                      <a:lnTo>
                        <a:pt x="791623" y="303086"/>
                      </a:lnTo>
                      <a:lnTo>
                        <a:pt x="791623" y="120491"/>
                      </a:lnTo>
                      <a:cubicBezTo>
                        <a:pt x="791623" y="0"/>
                        <a:pt x="682847" y="0"/>
                        <a:pt x="682847" y="0"/>
                      </a:cubicBezTo>
                      <a:close/>
                    </a:path>
                  </a:pathLst>
                </a:custGeom>
                <a:solidFill>
                  <a:schemeClr val="accent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78" name="Google Shape;1478;p36"/>
                <p:cNvSpPr/>
                <p:nvPr/>
              </p:nvSpPr>
              <p:spPr>
                <a:xfrm>
                  <a:off x="8440728" y="3747934"/>
                  <a:ext cx="594455" cy="208978"/>
                </a:xfrm>
                <a:custGeom>
                  <a:avLst/>
                  <a:gdLst/>
                  <a:ahLst/>
                  <a:cxnLst/>
                  <a:rect l="l" t="t" r="r" b="b"/>
                  <a:pathLst>
                    <a:path w="594455" h="208978" extrusionOk="0">
                      <a:moveTo>
                        <a:pt x="0" y="208979"/>
                      </a:moveTo>
                      <a:lnTo>
                        <a:pt x="0" y="0"/>
                      </a:lnTo>
                      <a:lnTo>
                        <a:pt x="594455" y="0"/>
                      </a:lnTo>
                      <a:lnTo>
                        <a:pt x="594455" y="208979"/>
                      </a:lnTo>
                      <a:lnTo>
                        <a:pt x="560737" y="208979"/>
                      </a:lnTo>
                      <a:lnTo>
                        <a:pt x="560737" y="22479"/>
                      </a:lnTo>
                      <a:lnTo>
                        <a:pt x="33338" y="22479"/>
                      </a:lnTo>
                      <a:lnTo>
                        <a:pt x="33338" y="208979"/>
                      </a:lnTo>
                      <a:lnTo>
                        <a:pt x="0" y="208979"/>
                      </a:ln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grpSp>
      </p:grpSp>
      <p:sp>
        <p:nvSpPr>
          <p:cNvPr id="1480" name="Google Shape;1480;p36"/>
          <p:cNvSpPr txBox="1">
            <a:spLocks noGrp="1"/>
          </p:cNvSpPr>
          <p:nvPr>
            <p:ph type="title"/>
          </p:nvPr>
        </p:nvSpPr>
        <p:spPr>
          <a:xfrm>
            <a:off x="950800" y="590012"/>
            <a:ext cx="10290400" cy="868361"/>
          </a:xfrm>
          <a:prstGeom prst="rect">
            <a:avLst/>
          </a:prstGeom>
        </p:spPr>
        <p:txBody>
          <a:bodyPr spcFirstLastPara="1" wrap="square" lIns="121900" tIns="121900" rIns="121900" bIns="121900" anchor="t" anchorCtr="0">
            <a:noAutofit/>
          </a:bodyPr>
          <a:lstStyle/>
          <a:p>
            <a:r>
              <a:rPr lang="en" sz="4700" b="1">
                <a:latin typeface="Avenir Next LT Pro" panose="020B0504020202020204" pitchFamily="34" charset="0"/>
                <a:ea typeface="Arimo" panose="020B0604020202020204" charset="0"/>
                <a:cs typeface="Arimo" panose="020B0604020202020204" charset="0"/>
              </a:rPr>
              <a:t>Problem Statement</a:t>
            </a:r>
            <a:endParaRPr sz="4700" b="1">
              <a:latin typeface="Avenir Next LT Pro" panose="020B0504020202020204" pitchFamily="34" charset="0"/>
              <a:ea typeface="Arimo" panose="020B0604020202020204" charset="0"/>
              <a:cs typeface="Arimo" panose="020B0604020202020204" charset="0"/>
            </a:endParaRPr>
          </a:p>
        </p:txBody>
      </p:sp>
      <p:graphicFrame>
        <p:nvGraphicFramePr>
          <p:cNvPr id="7" name="Google Shape;1673;p38">
            <a:extLst>
              <a:ext uri="{FF2B5EF4-FFF2-40B4-BE49-F238E27FC236}">
                <a16:creationId xmlns:a16="http://schemas.microsoft.com/office/drawing/2014/main" id="{023CF662-E0EA-AEE0-BFF0-8DBD9048D116}"/>
              </a:ext>
            </a:extLst>
          </p:cNvPr>
          <p:cNvGraphicFramePr/>
          <p:nvPr>
            <p:extLst>
              <p:ext uri="{D42A27DB-BD31-4B8C-83A1-F6EECF244321}">
                <p14:modId xmlns:p14="http://schemas.microsoft.com/office/powerpoint/2010/main" val="3654615504"/>
              </p:ext>
            </p:extLst>
          </p:nvPr>
        </p:nvGraphicFramePr>
        <p:xfrm>
          <a:off x="950801" y="2103267"/>
          <a:ext cx="4224252" cy="3144716"/>
        </p:xfrm>
        <a:graphic>
          <a:graphicData uri="http://schemas.openxmlformats.org/drawingml/2006/table">
            <a:tbl>
              <a:tblPr>
                <a:noFill/>
              </a:tblPr>
              <a:tblGrid>
                <a:gridCol w="4224252">
                  <a:extLst>
                    <a:ext uri="{9D8B030D-6E8A-4147-A177-3AD203B41FA5}">
                      <a16:colId xmlns:a16="http://schemas.microsoft.com/office/drawing/2014/main" val="20000"/>
                    </a:ext>
                  </a:extLst>
                </a:gridCol>
              </a:tblGrid>
              <a:tr h="620681">
                <a:tc>
                  <a:txBody>
                    <a:bodyPr/>
                    <a:lstStyle/>
                    <a:p>
                      <a:pPr marL="0" lvl="0" indent="0" algn="ctr" rtl="0">
                        <a:spcBef>
                          <a:spcPts val="0"/>
                        </a:spcBef>
                        <a:spcAft>
                          <a:spcPts val="0"/>
                        </a:spcAft>
                        <a:buNone/>
                      </a:pPr>
                      <a:endParaRPr sz="2000" b="1">
                        <a:solidFill>
                          <a:schemeClr val="dk1"/>
                        </a:solidFill>
                        <a:latin typeface="Arimo" panose="020B0604020202020204" charset="0"/>
                        <a:ea typeface="Arimo" panose="020B0604020202020204" charset="0"/>
                        <a:cs typeface="Arimo" panose="020B0604020202020204" charset="0"/>
                        <a:sym typeface="Koulen"/>
                      </a:endParaRPr>
                    </a:p>
                  </a:txBody>
                  <a:tcPr marL="147433" marR="147433" marT="58633" marB="58633"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2524035">
                <a:tc>
                  <a:txBody>
                    <a:bodyPr/>
                    <a:lstStyle/>
                    <a:p>
                      <a:pPr marL="285750" lvl="0" indent="-285750" algn="l" rtl="0">
                        <a:spcBef>
                          <a:spcPts val="0"/>
                        </a:spcBef>
                        <a:spcAft>
                          <a:spcPts val="0"/>
                        </a:spcAft>
                        <a:buFont typeface="Arial" panose="020B0604020202020204" pitchFamily="34" charset="0"/>
                        <a:buChar char="•"/>
                      </a:pPr>
                      <a:r>
                        <a:rPr lang="en-US" sz="2000">
                          <a:solidFill>
                            <a:schemeClr val="dk1"/>
                          </a:solidFill>
                          <a:latin typeface="Arimo"/>
                          <a:ea typeface="Arimo" panose="020B0604020202020204" charset="0"/>
                          <a:cs typeface="Arimo" panose="020B0604020202020204" charset="0"/>
                        </a:rPr>
                        <a:t>Online Global</a:t>
                      </a:r>
                      <a:r>
                        <a:rPr lang="en-US" sz="2000">
                          <a:solidFill>
                            <a:schemeClr val="dk1"/>
                          </a:solidFill>
                          <a:latin typeface="Arimo"/>
                          <a:ea typeface="Arimo" panose="020B0604020202020204" charset="0"/>
                          <a:cs typeface="Arimo" panose="020B0604020202020204" charset="0"/>
                          <a:sym typeface="Arimo"/>
                        </a:rPr>
                        <a:t> Travel Platform</a:t>
                      </a:r>
                    </a:p>
                    <a:p>
                      <a:pPr marL="0" lvl="0" indent="0" algn="l" rtl="0">
                        <a:spcBef>
                          <a:spcPts val="0"/>
                        </a:spcBef>
                        <a:spcAft>
                          <a:spcPts val="0"/>
                        </a:spcAft>
                        <a:buFont typeface="Arial" panose="020B0604020202020204" pitchFamily="34" charset="0"/>
                        <a:buNone/>
                      </a:pPr>
                      <a:endParaRPr lang="en-US" sz="2000">
                        <a:solidFill>
                          <a:schemeClr val="dk1"/>
                        </a:solidFill>
                        <a:latin typeface="Arimo" panose="020B0604020202020204" charset="0"/>
                        <a:ea typeface="Arimo" panose="020B0604020202020204" charset="0"/>
                        <a:cs typeface="Arimo" panose="020B0604020202020204" charset="0"/>
                        <a:sym typeface="Arimo"/>
                      </a:endParaRPr>
                    </a:p>
                    <a:p>
                      <a:pPr marL="285750" lvl="0" indent="-285750" algn="l" rtl="0">
                        <a:spcBef>
                          <a:spcPts val="0"/>
                        </a:spcBef>
                        <a:spcAft>
                          <a:spcPts val="0"/>
                        </a:spcAft>
                        <a:buFont typeface="Arial" panose="020B0604020202020204" pitchFamily="34" charset="0"/>
                        <a:buChar char="•"/>
                      </a:pPr>
                      <a:r>
                        <a:rPr lang="en-US" sz="2000">
                          <a:solidFill>
                            <a:schemeClr val="dk1"/>
                          </a:solidFill>
                          <a:latin typeface="Arimo" panose="020B0604020202020204" charset="0"/>
                          <a:ea typeface="Arimo" panose="020B0604020202020204" charset="0"/>
                          <a:cs typeface="Arimo" panose="020B0604020202020204" charset="0"/>
                          <a:sym typeface="Arimo"/>
                        </a:rPr>
                        <a:t>Offers services varying from hotel and flight bookings to car rentals</a:t>
                      </a:r>
                    </a:p>
                    <a:p>
                      <a:pPr marL="0" lvl="0" indent="0" algn="l" rtl="0">
                        <a:spcBef>
                          <a:spcPts val="0"/>
                        </a:spcBef>
                        <a:spcAft>
                          <a:spcPts val="0"/>
                        </a:spcAft>
                        <a:buFont typeface="Arial" panose="020B0604020202020204" pitchFamily="34" charset="0"/>
                        <a:buNone/>
                      </a:pPr>
                      <a:endParaRPr lang="en-US" sz="2000">
                        <a:solidFill>
                          <a:schemeClr val="dk1"/>
                        </a:solidFill>
                        <a:latin typeface="Arimo" panose="020B0604020202020204" charset="0"/>
                        <a:ea typeface="Arimo" panose="020B0604020202020204" charset="0"/>
                        <a:cs typeface="Arimo" panose="020B0604020202020204" charset="0"/>
                        <a:sym typeface="Arimo"/>
                      </a:endParaRPr>
                    </a:p>
                    <a:p>
                      <a:pPr marL="285750" lvl="0" indent="-285750" algn="l">
                        <a:spcBef>
                          <a:spcPts val="0"/>
                        </a:spcBef>
                        <a:spcAft>
                          <a:spcPts val="0"/>
                        </a:spcAft>
                        <a:buFont typeface="Arial" panose="020B0604020202020204" pitchFamily="34" charset="0"/>
                        <a:buChar char="•"/>
                      </a:pPr>
                      <a:r>
                        <a:rPr lang="en-US" sz="2000">
                          <a:solidFill>
                            <a:schemeClr val="dk1"/>
                          </a:solidFill>
                          <a:latin typeface="Arimo"/>
                          <a:ea typeface="Arimo" panose="020B0604020202020204" charset="0"/>
                          <a:cs typeface="Arimo" panose="020B0604020202020204" charset="0"/>
                        </a:rPr>
                        <a:t>Operates over 70 countries, serving travelers worldwide</a:t>
                      </a:r>
                    </a:p>
                  </a:txBody>
                  <a:tcPr marL="147433" marR="147433" marT="58633" marB="58633"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bl>
          </a:graphicData>
        </a:graphic>
      </p:graphicFrame>
      <p:graphicFrame>
        <p:nvGraphicFramePr>
          <p:cNvPr id="8" name="Google Shape;1673;p38">
            <a:extLst>
              <a:ext uri="{FF2B5EF4-FFF2-40B4-BE49-F238E27FC236}">
                <a16:creationId xmlns:a16="http://schemas.microsoft.com/office/drawing/2014/main" id="{10457CBF-4472-F3BF-39E6-DA299895D447}"/>
              </a:ext>
            </a:extLst>
          </p:cNvPr>
          <p:cNvGraphicFramePr/>
          <p:nvPr>
            <p:extLst>
              <p:ext uri="{D42A27DB-BD31-4B8C-83A1-F6EECF244321}">
                <p14:modId xmlns:p14="http://schemas.microsoft.com/office/powerpoint/2010/main" val="4263845484"/>
              </p:ext>
            </p:extLst>
          </p:nvPr>
        </p:nvGraphicFramePr>
        <p:xfrm>
          <a:off x="7000670" y="2103267"/>
          <a:ext cx="4236967" cy="3144716"/>
        </p:xfrm>
        <a:graphic>
          <a:graphicData uri="http://schemas.openxmlformats.org/drawingml/2006/table">
            <a:tbl>
              <a:tblPr>
                <a:noFill/>
              </a:tblPr>
              <a:tblGrid>
                <a:gridCol w="4236967">
                  <a:extLst>
                    <a:ext uri="{9D8B030D-6E8A-4147-A177-3AD203B41FA5}">
                      <a16:colId xmlns:a16="http://schemas.microsoft.com/office/drawing/2014/main" val="20000"/>
                    </a:ext>
                  </a:extLst>
                </a:gridCol>
              </a:tblGrid>
              <a:tr h="575146">
                <a:tc>
                  <a:txBody>
                    <a:bodyPr/>
                    <a:lstStyle/>
                    <a:p>
                      <a:pPr marL="0" lvl="0" indent="0" algn="ctr" rtl="0">
                        <a:spcBef>
                          <a:spcPts val="0"/>
                        </a:spcBef>
                        <a:spcAft>
                          <a:spcPts val="0"/>
                        </a:spcAft>
                        <a:buNone/>
                      </a:pPr>
                      <a:r>
                        <a:rPr lang="en-US" sz="2000" b="1">
                          <a:solidFill>
                            <a:schemeClr val="dk1"/>
                          </a:solidFill>
                          <a:latin typeface="Arimo"/>
                          <a:ea typeface="Arimo" panose="020B0604020202020204" charset="0"/>
                          <a:cs typeface="Arimo" panose="020B0604020202020204" charset="0"/>
                          <a:sym typeface="Koulen"/>
                        </a:rPr>
                        <a:t>Problem Statement</a:t>
                      </a:r>
                      <a:endParaRPr sz="2000" b="1">
                        <a:solidFill>
                          <a:schemeClr val="dk1"/>
                        </a:solidFill>
                        <a:latin typeface="Arimo"/>
                        <a:ea typeface="Arimo" panose="020B0604020202020204" charset="0"/>
                        <a:cs typeface="Arimo" panose="020B0604020202020204" charset="0"/>
                        <a:sym typeface="Koulen"/>
                      </a:endParaRPr>
                    </a:p>
                  </a:txBody>
                  <a:tcPr marL="147433" marR="147433" marT="58633" marB="58633"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2569570">
                <a:tc>
                  <a:txBody>
                    <a:bodyPr/>
                    <a:lstStyle/>
                    <a:p>
                      <a:pPr marL="0" marR="0" lvl="0" indent="0" algn="ctr" rtl="0" eaLnBrk="1" fontAlgn="auto" latinLnBrk="0" hangingPunct="1">
                        <a:lnSpc>
                          <a:spcPct val="100000"/>
                        </a:lnSpc>
                        <a:spcBef>
                          <a:spcPts val="0"/>
                        </a:spcBef>
                        <a:spcAft>
                          <a:spcPts val="0"/>
                        </a:spcAft>
                        <a:buClr>
                          <a:srgbClr val="000000"/>
                        </a:buClr>
                        <a:buSzTx/>
                        <a:buFont typeface="Arial" panose="020B0604020202020204" pitchFamily="34" charset="0"/>
                        <a:buNone/>
                      </a:pPr>
                      <a:r>
                        <a:rPr lang="en-US" sz="2000">
                          <a:latin typeface="Arimo"/>
                          <a:ea typeface="Arimo" panose="020B0604020202020204" charset="0"/>
                          <a:cs typeface="Arimo" panose="020B0604020202020204" charset="0"/>
                        </a:rPr>
                        <a:t>How can Expedia leverage booking behavior insights, like destination distance and promotion usage, to implement personalized marketing strategies that increase customer </a:t>
                      </a:r>
                      <a:r>
                        <a:rPr lang="en-US" sz="2000" b="1">
                          <a:latin typeface="Arimo"/>
                          <a:ea typeface="Arimo" panose="020B0604020202020204" charset="0"/>
                          <a:cs typeface="Arimo" panose="020B0604020202020204" charset="0"/>
                        </a:rPr>
                        <a:t>hotel booking </a:t>
                      </a:r>
                      <a:r>
                        <a:rPr lang="en-US" sz="2000">
                          <a:latin typeface="Arimo"/>
                          <a:ea typeface="Arimo" panose="020B0604020202020204" charset="0"/>
                          <a:cs typeface="Arimo" panose="020B0604020202020204" charset="0"/>
                        </a:rPr>
                        <a:t>conversions and boost company revenue?</a:t>
                      </a:r>
                    </a:p>
                  </a:txBody>
                  <a:tcPr marL="147433" marR="147433" marT="58633" marB="58633"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bl>
          </a:graphicData>
        </a:graphic>
      </p:graphicFrame>
      <p:pic>
        <p:nvPicPr>
          <p:cNvPr id="2050" name="Picture 2" descr="Expedia Group">
            <a:extLst>
              <a:ext uri="{FF2B5EF4-FFF2-40B4-BE49-F238E27FC236}">
                <a16:creationId xmlns:a16="http://schemas.microsoft.com/office/drawing/2014/main" id="{1B2D88A3-8B3D-8C32-4BE1-003811F79F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7251" y="2276614"/>
            <a:ext cx="1591581" cy="32059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graphicFrame>
        <p:nvGraphicFramePr>
          <p:cNvPr id="8" name="Google Shape;1673;p38">
            <a:extLst>
              <a:ext uri="{FF2B5EF4-FFF2-40B4-BE49-F238E27FC236}">
                <a16:creationId xmlns:a16="http://schemas.microsoft.com/office/drawing/2014/main" id="{3A8BBDBB-BFF7-A573-0FD6-12F8C2724DCC}"/>
              </a:ext>
            </a:extLst>
          </p:cNvPr>
          <p:cNvGraphicFramePr/>
          <p:nvPr>
            <p:extLst>
              <p:ext uri="{D42A27DB-BD31-4B8C-83A1-F6EECF244321}">
                <p14:modId xmlns:p14="http://schemas.microsoft.com/office/powerpoint/2010/main" val="2659347487"/>
              </p:ext>
            </p:extLst>
          </p:nvPr>
        </p:nvGraphicFramePr>
        <p:xfrm>
          <a:off x="962353" y="590012"/>
          <a:ext cx="10290400" cy="5631666"/>
        </p:xfrm>
        <a:graphic>
          <a:graphicData uri="http://schemas.openxmlformats.org/drawingml/2006/table">
            <a:tbl>
              <a:tblPr>
                <a:noFill/>
              </a:tblPr>
              <a:tblGrid>
                <a:gridCol w="10290400">
                  <a:extLst>
                    <a:ext uri="{9D8B030D-6E8A-4147-A177-3AD203B41FA5}">
                      <a16:colId xmlns:a16="http://schemas.microsoft.com/office/drawing/2014/main" val="20000"/>
                    </a:ext>
                  </a:extLst>
                </a:gridCol>
              </a:tblGrid>
              <a:tr h="928193">
                <a:tc>
                  <a:txBody>
                    <a:bodyPr/>
                    <a:lstStyle/>
                    <a:p>
                      <a:pPr marL="0" lvl="0" indent="0" algn="ctr" rtl="0">
                        <a:spcBef>
                          <a:spcPts val="0"/>
                        </a:spcBef>
                        <a:spcAft>
                          <a:spcPts val="0"/>
                        </a:spcAft>
                        <a:buNone/>
                      </a:pPr>
                      <a:endParaRPr lang="en-US" sz="2000" b="1">
                        <a:solidFill>
                          <a:schemeClr val="dk1"/>
                        </a:solidFill>
                        <a:latin typeface="Arimo"/>
                        <a:ea typeface="Arimo" panose="020B0604020202020204" charset="0"/>
                        <a:cs typeface="Arimo" panose="020B0604020202020204" charset="0"/>
                        <a:sym typeface="Koulen"/>
                      </a:endParaRPr>
                    </a:p>
                  </a:txBody>
                  <a:tcPr marL="147433" marR="147433" marT="58633" marB="58633"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4703473">
                <a:tc>
                  <a:txBody>
                    <a:bodyPr/>
                    <a:lstStyle/>
                    <a:p>
                      <a:pPr marL="177800" indent="0">
                        <a:buNone/>
                      </a:pPr>
                      <a:r>
                        <a:rPr lang="en-US" sz="1700" b="1">
                          <a:latin typeface="Arimo" panose="020B0604020202020204"/>
                        </a:rPr>
                        <a:t>Data Acquisition</a:t>
                      </a:r>
                      <a:r>
                        <a:rPr lang="en-US" sz="1700">
                          <a:latin typeface="Arimo" panose="020B0604020202020204"/>
                        </a:rPr>
                        <a:t>: </a:t>
                      </a:r>
                      <a:r>
                        <a:rPr lang="en-US" sz="1700" u="sng">
                          <a:latin typeface="Arimo" panose="020B0604020202020204"/>
                          <a:cs typeface="Arial"/>
                        </a:rPr>
                        <a:t>Kaggle</a:t>
                      </a:r>
                      <a:r>
                        <a:rPr lang="en-US" sz="1700" u="none">
                          <a:latin typeface="Arimo" panose="020B0604020202020204"/>
                          <a:cs typeface="Arial"/>
                        </a:rPr>
                        <a:t> </a:t>
                      </a:r>
                      <a:r>
                        <a:rPr lang="en-US" sz="1700" u="none">
                          <a:latin typeface="Arimo" panose="020B0604020202020204"/>
                          <a:cs typeface="Arial"/>
                          <a:sym typeface="Wingdings" panose="05000000000000000000" pitchFamily="2" charset="2"/>
                        </a:rPr>
                        <a:t></a:t>
                      </a:r>
                      <a:r>
                        <a:rPr lang="en-US" sz="1700">
                          <a:latin typeface="Arimo" panose="020B0604020202020204"/>
                          <a:cs typeface="Arial"/>
                        </a:rPr>
                        <a:t> Expedia</a:t>
                      </a:r>
                      <a:r>
                        <a:rPr lang="en-US" sz="1700">
                          <a:latin typeface="Arimo" panose="020B0604020202020204"/>
                        </a:rPr>
                        <a:t> Hotel Booking Behavior </a:t>
                      </a:r>
                    </a:p>
                    <a:p>
                      <a:pPr marL="177800" indent="0">
                        <a:buNone/>
                      </a:pPr>
                      <a:endParaRPr lang="en-US" sz="1700">
                        <a:latin typeface="Arimo" panose="020B0604020202020204"/>
                      </a:endParaRPr>
                    </a:p>
                    <a:p>
                      <a:pPr marL="177800" indent="0">
                        <a:buNone/>
                      </a:pPr>
                      <a:r>
                        <a:rPr lang="en-US" sz="1700" b="1">
                          <a:latin typeface="Arimo" panose="020B0604020202020204"/>
                          <a:cs typeface="Arial"/>
                        </a:rPr>
                        <a:t>Size: </a:t>
                      </a:r>
                      <a:endParaRPr lang="en-US" sz="1700">
                        <a:latin typeface="Arimo" panose="020B0604020202020204"/>
                        <a:cs typeface="Arial"/>
                      </a:endParaRPr>
                    </a:p>
                    <a:p>
                      <a:pPr marL="520700" indent="-342900">
                        <a:buFont typeface="Arial" panose="020B0604020202020204" pitchFamily="34" charset="0"/>
                        <a:buChar char="•"/>
                      </a:pPr>
                      <a:r>
                        <a:rPr lang="en-US" sz="1700">
                          <a:latin typeface="Arimo" panose="020B0604020202020204"/>
                          <a:cs typeface="Arial"/>
                        </a:rPr>
                        <a:t>9,917,530 search events</a:t>
                      </a:r>
                      <a:endParaRPr lang="en-US" sz="1700">
                        <a:latin typeface="Arimo" panose="020B0604020202020204"/>
                      </a:endParaRPr>
                    </a:p>
                    <a:p>
                      <a:pPr marL="520700" indent="-342900">
                        <a:buFont typeface="Arial" panose="020B0604020202020204" pitchFamily="34" charset="0"/>
                        <a:buChar char="•"/>
                      </a:pPr>
                      <a:r>
                        <a:rPr lang="en-US" sz="1700">
                          <a:latin typeface="Arimo" panose="020B0604020202020204"/>
                          <a:cs typeface="Arial"/>
                        </a:rPr>
                        <a:t>54 variables</a:t>
                      </a:r>
                    </a:p>
                    <a:p>
                      <a:pPr marL="177800" indent="0">
                        <a:buNone/>
                      </a:pPr>
                      <a:endParaRPr lang="en-US" sz="1700">
                        <a:latin typeface="Arimo" panose="020B0604020202020204"/>
                      </a:endParaRPr>
                    </a:p>
                    <a:p>
                      <a:pPr marL="177800" indent="0">
                        <a:buNone/>
                      </a:pPr>
                      <a:r>
                        <a:rPr lang="en-US" sz="1700" b="1">
                          <a:latin typeface="Arimo" panose="020B0604020202020204"/>
                        </a:rPr>
                        <a:t>Selected Variables:</a:t>
                      </a:r>
                    </a:p>
                    <a:p>
                      <a:pPr marL="520700" indent="-342900"/>
                      <a:r>
                        <a:rPr lang="en-US" sz="1700" u="sng">
                          <a:latin typeface="Arimo" panose="020B0604020202020204"/>
                        </a:rPr>
                        <a:t>Dependent:</a:t>
                      </a:r>
                      <a:r>
                        <a:rPr lang="en-US" sz="1700">
                          <a:latin typeface="Arimo" panose="020B0604020202020204"/>
                        </a:rPr>
                        <a:t> Booking Boolean (1=booked, 0=did not book)</a:t>
                      </a:r>
                    </a:p>
                    <a:p>
                      <a:pPr marL="520700" indent="-342900"/>
                      <a:r>
                        <a:rPr lang="en-US" sz="1700" u="sng">
                          <a:latin typeface="Arimo" panose="020B0604020202020204"/>
                        </a:rPr>
                        <a:t>Independent:</a:t>
                      </a:r>
                      <a:r>
                        <a:rPr lang="en-US" sz="1700">
                          <a:latin typeface="Arimo" panose="020B0604020202020204"/>
                        </a:rPr>
                        <a:t> </a:t>
                      </a:r>
                    </a:p>
                    <a:p>
                      <a:pPr marL="520700" lvl="3" indent="-342900">
                        <a:buFont typeface="Arial" panose="020B0604020202020204" pitchFamily="34" charset="0"/>
                        <a:buChar char="•"/>
                      </a:pPr>
                      <a:r>
                        <a:rPr lang="en-US" sz="1700" i="1">
                          <a:latin typeface="Arimo" panose="020B0604020202020204"/>
                        </a:rPr>
                        <a:t>Search Variables</a:t>
                      </a:r>
                      <a:r>
                        <a:rPr lang="en-US" sz="1700">
                          <a:latin typeface="Arimo" panose="020B0604020202020204"/>
                        </a:rPr>
                        <a:t>: Length of stay, adults, children, room count, Saturday night, and destination distance</a:t>
                      </a:r>
                    </a:p>
                    <a:p>
                      <a:pPr marL="520700" indent="-342900">
                        <a:buFont typeface="Arial" panose="020B0604020202020204" pitchFamily="34" charset="0"/>
                        <a:buChar char="•"/>
                      </a:pPr>
                      <a:r>
                        <a:rPr lang="en-US" sz="1700" i="1">
                          <a:latin typeface="Arimo" panose="020B0604020202020204"/>
                        </a:rPr>
                        <a:t>Hotel Variables</a:t>
                      </a:r>
                      <a:r>
                        <a:rPr lang="en-US" sz="1700">
                          <a:latin typeface="Arimo" panose="020B0604020202020204"/>
                        </a:rPr>
                        <a:t>: Hotel price ($), property review score and star rating </a:t>
                      </a:r>
                    </a:p>
                    <a:p>
                      <a:pPr marL="520700" indent="-342900">
                        <a:buFont typeface="Arial" panose="020B0604020202020204" pitchFamily="34" charset="0"/>
                        <a:buChar char="•"/>
                      </a:pPr>
                      <a:r>
                        <a:rPr lang="en-US" sz="1700" i="1">
                          <a:latin typeface="Arimo" panose="020B0604020202020204"/>
                        </a:rPr>
                        <a:t>Other Variables</a:t>
                      </a:r>
                      <a:r>
                        <a:rPr lang="en-US" sz="1700">
                          <a:latin typeface="Arimo" panose="020B0604020202020204"/>
                        </a:rPr>
                        <a:t>: Promotion Boolean</a:t>
                      </a:r>
                    </a:p>
                    <a:p>
                      <a:pPr marL="177800" indent="0">
                        <a:buNone/>
                      </a:pPr>
                      <a:endParaRPr lang="en-US" sz="1700">
                        <a:latin typeface="Arimo" panose="020B0604020202020204"/>
                      </a:endParaRPr>
                    </a:p>
                    <a:p>
                      <a:pPr marL="177800" indent="0">
                        <a:buNone/>
                      </a:pPr>
                      <a:r>
                        <a:rPr lang="en-US" sz="1700" b="1">
                          <a:latin typeface="Arimo" panose="020B0604020202020204"/>
                        </a:rPr>
                        <a:t>Preprocessing:</a:t>
                      </a:r>
                      <a:r>
                        <a:rPr lang="en-US" sz="1700">
                          <a:latin typeface="Arimo" panose="020B0604020202020204"/>
                        </a:rPr>
                        <a:t> </a:t>
                      </a:r>
                    </a:p>
                    <a:p>
                      <a:pPr marL="520700" indent="-342900">
                        <a:buFont typeface="Arial" panose="020B0604020202020204" pitchFamily="34" charset="0"/>
                        <a:buChar char="•"/>
                      </a:pPr>
                      <a:r>
                        <a:rPr lang="en-US" sz="1700">
                          <a:latin typeface="Arimo" panose="020B0604020202020204"/>
                        </a:rPr>
                        <a:t>Removing missing values</a:t>
                      </a:r>
                    </a:p>
                    <a:p>
                      <a:pPr marL="520700" indent="-342900">
                        <a:buFont typeface="Arial" panose="020B0604020202020204" pitchFamily="34" charset="0"/>
                        <a:buChar char="•"/>
                      </a:pPr>
                      <a:r>
                        <a:rPr lang="en-US" sz="1700">
                          <a:latin typeface="Arimo" panose="020B0604020202020204"/>
                        </a:rPr>
                        <a:t>Random stratified sample of 1 million search events</a:t>
                      </a:r>
                    </a:p>
                    <a:p>
                      <a:pPr marL="520700" indent="-342900">
                        <a:buFont typeface="Arial" panose="020B0604020202020204" pitchFamily="34" charset="0"/>
                        <a:buChar char="•"/>
                      </a:pPr>
                      <a:r>
                        <a:rPr lang="en-US" sz="1700">
                          <a:latin typeface="Arimo" panose="020B0604020202020204"/>
                        </a:rPr>
                        <a:t>Scaling continuous and count variables</a:t>
                      </a:r>
                    </a:p>
                  </a:txBody>
                  <a:tcPr marL="147433" marR="147433" marT="58633" marB="58633">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bl>
          </a:graphicData>
        </a:graphic>
      </p:graphicFrame>
      <p:sp>
        <p:nvSpPr>
          <p:cNvPr id="15" name="Rectangle 2">
            <a:extLst>
              <a:ext uri="{FF2B5EF4-FFF2-40B4-BE49-F238E27FC236}">
                <a16:creationId xmlns:a16="http://schemas.microsoft.com/office/drawing/2014/main" id="{59E018D4-C41A-0620-67B7-CB9E1E61CFAC}"/>
              </a:ext>
            </a:extLst>
          </p:cNvPr>
          <p:cNvSpPr>
            <a:spLocks noChangeArrowheads="1"/>
          </p:cNvSpPr>
          <p:nvPr/>
        </p:nvSpPr>
        <p:spPr bwMode="auto">
          <a:xfrm>
            <a:off x="1" y="-205217"/>
            <a:ext cx="246286" cy="410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1920" tIns="60960" rIns="121920" bIns="60960" numCol="1" anchor="ctr" anchorCtr="0" compatLnSpc="1">
            <a:prstTxWarp prst="textNoShape">
              <a:avLst/>
            </a:prstTxWarp>
            <a:spAutoFit/>
          </a:bodyPr>
          <a:lstStyle/>
          <a:p>
            <a:pPr defTabSz="1219170">
              <a:buClr>
                <a:srgbClr val="000000"/>
              </a:buClr>
            </a:pPr>
            <a:endParaRPr lang="en-US" sz="1867" kern="0">
              <a:solidFill>
                <a:srgbClr val="000000"/>
              </a:solidFill>
              <a:latin typeface="Arial"/>
              <a:cs typeface="Arial"/>
              <a:sym typeface="Arial"/>
            </a:endParaRPr>
          </a:p>
        </p:txBody>
      </p:sp>
      <p:pic>
        <p:nvPicPr>
          <p:cNvPr id="17" name="Picture 16">
            <a:extLst>
              <a:ext uri="{FF2B5EF4-FFF2-40B4-BE49-F238E27FC236}">
                <a16:creationId xmlns:a16="http://schemas.microsoft.com/office/drawing/2014/main" id="{5B315D8B-A292-F716-ED31-101CA7CA6BC9}"/>
              </a:ext>
            </a:extLst>
          </p:cNvPr>
          <p:cNvPicPr>
            <a:picLocks noChangeAspect="1"/>
          </p:cNvPicPr>
          <p:nvPr/>
        </p:nvPicPr>
        <p:blipFill>
          <a:blip r:embed="rId3"/>
          <a:stretch>
            <a:fillRect/>
          </a:stretch>
        </p:blipFill>
        <p:spPr>
          <a:xfrm>
            <a:off x="-159152" y="5095632"/>
            <a:ext cx="1690970" cy="1690970"/>
          </a:xfrm>
          <a:prstGeom prst="rect">
            <a:avLst/>
          </a:prstGeom>
        </p:spPr>
      </p:pic>
      <p:grpSp>
        <p:nvGrpSpPr>
          <p:cNvPr id="18" name="Google Shape;2171;p44">
            <a:extLst>
              <a:ext uri="{FF2B5EF4-FFF2-40B4-BE49-F238E27FC236}">
                <a16:creationId xmlns:a16="http://schemas.microsoft.com/office/drawing/2014/main" id="{2B95995C-1CFF-7135-58C1-70469DCF75C0}"/>
              </a:ext>
            </a:extLst>
          </p:cNvPr>
          <p:cNvGrpSpPr/>
          <p:nvPr/>
        </p:nvGrpSpPr>
        <p:grpSpPr>
          <a:xfrm>
            <a:off x="10642225" y="4580000"/>
            <a:ext cx="1197949" cy="2206529"/>
            <a:chOff x="4497533" y="314592"/>
            <a:chExt cx="3076926" cy="6229837"/>
          </a:xfrm>
        </p:grpSpPr>
        <p:sp>
          <p:nvSpPr>
            <p:cNvPr id="19" name="Google Shape;2172;p44">
              <a:extLst>
                <a:ext uri="{FF2B5EF4-FFF2-40B4-BE49-F238E27FC236}">
                  <a16:creationId xmlns:a16="http://schemas.microsoft.com/office/drawing/2014/main" id="{37B5A533-1BAC-F7F2-1937-B5540AF35D2B}"/>
                </a:ext>
              </a:extLst>
            </p:cNvPr>
            <p:cNvSpPr/>
            <p:nvPr/>
          </p:nvSpPr>
          <p:spPr>
            <a:xfrm>
              <a:off x="5104467" y="360115"/>
              <a:ext cx="1922414" cy="3385300"/>
            </a:xfrm>
            <a:custGeom>
              <a:avLst/>
              <a:gdLst/>
              <a:ahLst/>
              <a:cxnLst/>
              <a:rect l="l" t="t" r="r" b="b"/>
              <a:pathLst>
                <a:path w="1922414" h="3385300" extrusionOk="0">
                  <a:moveTo>
                    <a:pt x="1922414" y="3385300"/>
                  </a:moveTo>
                  <a:lnTo>
                    <a:pt x="0" y="3385300"/>
                  </a:lnTo>
                  <a:lnTo>
                    <a:pt x="0" y="328069"/>
                  </a:lnTo>
                  <a:cubicBezTo>
                    <a:pt x="0" y="147134"/>
                    <a:pt x="147202" y="0"/>
                    <a:pt x="328069" y="0"/>
                  </a:cubicBezTo>
                  <a:lnTo>
                    <a:pt x="1594345" y="0"/>
                  </a:lnTo>
                  <a:cubicBezTo>
                    <a:pt x="1775281" y="0"/>
                    <a:pt x="1922414" y="147202"/>
                    <a:pt x="1922414" y="328069"/>
                  </a:cubicBezTo>
                  <a:lnTo>
                    <a:pt x="1922414" y="3385300"/>
                  </a:lnTo>
                  <a:close/>
                  <a:moveTo>
                    <a:pt x="142976" y="3242324"/>
                  </a:moveTo>
                  <a:lnTo>
                    <a:pt x="1779370" y="3242324"/>
                  </a:lnTo>
                  <a:lnTo>
                    <a:pt x="1779370" y="328069"/>
                  </a:lnTo>
                  <a:cubicBezTo>
                    <a:pt x="1779370" y="225982"/>
                    <a:pt x="1696364" y="142977"/>
                    <a:pt x="1594277" y="142977"/>
                  </a:cubicBezTo>
                  <a:lnTo>
                    <a:pt x="328001" y="142977"/>
                  </a:lnTo>
                  <a:cubicBezTo>
                    <a:pt x="225982" y="142977"/>
                    <a:pt x="142908" y="225982"/>
                    <a:pt x="142908" y="328069"/>
                  </a:cubicBezTo>
                  <a:lnTo>
                    <a:pt x="142908" y="3242324"/>
                  </a:lnTo>
                  <a:close/>
                </a:path>
              </a:pathLst>
            </a:custGeom>
            <a:solidFill>
              <a:schemeClr val="accent6"/>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 name="Google Shape;2173;p44">
              <a:extLst>
                <a:ext uri="{FF2B5EF4-FFF2-40B4-BE49-F238E27FC236}">
                  <a16:creationId xmlns:a16="http://schemas.microsoft.com/office/drawing/2014/main" id="{3A59D5C4-EF2E-DB73-B595-4CEE31A80F68}"/>
                </a:ext>
              </a:extLst>
            </p:cNvPr>
            <p:cNvSpPr/>
            <p:nvPr/>
          </p:nvSpPr>
          <p:spPr>
            <a:xfrm>
              <a:off x="5058944" y="314592"/>
              <a:ext cx="2013461" cy="520862"/>
            </a:xfrm>
            <a:custGeom>
              <a:avLst/>
              <a:gdLst/>
              <a:ahLst/>
              <a:cxnLst/>
              <a:rect l="l" t="t" r="r" b="b"/>
              <a:pathLst>
                <a:path w="2013461" h="520862" extrusionOk="0">
                  <a:moveTo>
                    <a:pt x="234024" y="520863"/>
                  </a:moveTo>
                  <a:lnTo>
                    <a:pt x="234024" y="373593"/>
                  </a:lnTo>
                  <a:cubicBezTo>
                    <a:pt x="234024" y="296652"/>
                    <a:pt x="296653" y="234024"/>
                    <a:pt x="373593" y="234024"/>
                  </a:cubicBezTo>
                  <a:lnTo>
                    <a:pt x="1639869" y="234024"/>
                  </a:lnTo>
                  <a:cubicBezTo>
                    <a:pt x="1716809" y="234024"/>
                    <a:pt x="1779438" y="296652"/>
                    <a:pt x="1779438" y="373593"/>
                  </a:cubicBezTo>
                  <a:lnTo>
                    <a:pt x="1779438" y="520863"/>
                  </a:lnTo>
                  <a:lnTo>
                    <a:pt x="2013462" y="520863"/>
                  </a:lnTo>
                  <a:lnTo>
                    <a:pt x="2013462" y="373593"/>
                  </a:lnTo>
                  <a:cubicBezTo>
                    <a:pt x="2013462" y="167578"/>
                    <a:pt x="1845883" y="0"/>
                    <a:pt x="1639869" y="0"/>
                  </a:cubicBezTo>
                  <a:lnTo>
                    <a:pt x="373593" y="0"/>
                  </a:lnTo>
                  <a:cubicBezTo>
                    <a:pt x="167579" y="0"/>
                    <a:pt x="0" y="167578"/>
                    <a:pt x="0" y="373593"/>
                  </a:cubicBezTo>
                  <a:lnTo>
                    <a:pt x="0" y="520863"/>
                  </a:lnTo>
                  <a:lnTo>
                    <a:pt x="234024" y="520863"/>
                  </a:lnTo>
                  <a:close/>
                </a:path>
              </a:pathLst>
            </a:custGeom>
            <a:solidFill>
              <a:schemeClr val="accent1"/>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nvGrpSpPr>
            <p:cNvPr id="21" name="Google Shape;2174;p44">
              <a:extLst>
                <a:ext uri="{FF2B5EF4-FFF2-40B4-BE49-F238E27FC236}">
                  <a16:creationId xmlns:a16="http://schemas.microsoft.com/office/drawing/2014/main" id="{017A7FFB-4468-698B-E39F-6D8307894E2C}"/>
                </a:ext>
              </a:extLst>
            </p:cNvPr>
            <p:cNvGrpSpPr/>
            <p:nvPr/>
          </p:nvGrpSpPr>
          <p:grpSpPr>
            <a:xfrm>
              <a:off x="4835006" y="2299771"/>
              <a:ext cx="2461404" cy="229389"/>
              <a:chOff x="4835006" y="2299771"/>
              <a:chExt cx="2461404" cy="229389"/>
            </a:xfrm>
          </p:grpSpPr>
          <p:sp>
            <p:nvSpPr>
              <p:cNvPr id="36" name="Google Shape;2175;p44">
                <a:extLst>
                  <a:ext uri="{FF2B5EF4-FFF2-40B4-BE49-F238E27FC236}">
                    <a16:creationId xmlns:a16="http://schemas.microsoft.com/office/drawing/2014/main" id="{85773F8A-5211-9CFC-1612-4134AFF2F933}"/>
                  </a:ext>
                </a:extLst>
              </p:cNvPr>
              <p:cNvSpPr/>
              <p:nvPr/>
            </p:nvSpPr>
            <p:spPr>
              <a:xfrm>
                <a:off x="4835006" y="2299771"/>
                <a:ext cx="682035" cy="229389"/>
              </a:xfrm>
              <a:custGeom>
                <a:avLst/>
                <a:gdLst/>
                <a:ahLst/>
                <a:cxnLst/>
                <a:rect l="l" t="t" r="r" b="b"/>
                <a:pathLst>
                  <a:path w="682035" h="229389" extrusionOk="0">
                    <a:moveTo>
                      <a:pt x="112378" y="0"/>
                    </a:moveTo>
                    <a:lnTo>
                      <a:pt x="569657" y="0"/>
                    </a:lnTo>
                    <a:cubicBezTo>
                      <a:pt x="631673" y="0"/>
                      <a:pt x="682035" y="50362"/>
                      <a:pt x="682035" y="112378"/>
                    </a:cubicBezTo>
                    <a:lnTo>
                      <a:pt x="682035" y="229389"/>
                    </a:lnTo>
                    <a:lnTo>
                      <a:pt x="0" y="229389"/>
                    </a:lnTo>
                    <a:lnTo>
                      <a:pt x="0" y="112378"/>
                    </a:lnTo>
                    <a:cubicBezTo>
                      <a:pt x="0" y="50362"/>
                      <a:pt x="50362" y="0"/>
                      <a:pt x="112378" y="0"/>
                    </a:cubicBezTo>
                    <a:close/>
                  </a:path>
                </a:pathLst>
              </a:custGeom>
              <a:solidFill>
                <a:schemeClr val="accent6"/>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7" name="Google Shape;2176;p44">
                <a:extLst>
                  <a:ext uri="{FF2B5EF4-FFF2-40B4-BE49-F238E27FC236}">
                    <a16:creationId xmlns:a16="http://schemas.microsoft.com/office/drawing/2014/main" id="{2E078C2C-1FC7-0221-B167-BF2781D8D930}"/>
                  </a:ext>
                </a:extLst>
              </p:cNvPr>
              <p:cNvSpPr/>
              <p:nvPr/>
            </p:nvSpPr>
            <p:spPr>
              <a:xfrm>
                <a:off x="6614376" y="2299771"/>
                <a:ext cx="682034" cy="229389"/>
              </a:xfrm>
              <a:custGeom>
                <a:avLst/>
                <a:gdLst/>
                <a:ahLst/>
                <a:cxnLst/>
                <a:rect l="l" t="t" r="r" b="b"/>
                <a:pathLst>
                  <a:path w="682034" h="229389" extrusionOk="0">
                    <a:moveTo>
                      <a:pt x="112378" y="0"/>
                    </a:moveTo>
                    <a:lnTo>
                      <a:pt x="569657" y="0"/>
                    </a:lnTo>
                    <a:cubicBezTo>
                      <a:pt x="631673" y="0"/>
                      <a:pt x="682035" y="50362"/>
                      <a:pt x="682035" y="112378"/>
                    </a:cubicBezTo>
                    <a:lnTo>
                      <a:pt x="682035" y="229389"/>
                    </a:lnTo>
                    <a:lnTo>
                      <a:pt x="0" y="229389"/>
                    </a:lnTo>
                    <a:lnTo>
                      <a:pt x="0" y="112378"/>
                    </a:lnTo>
                    <a:cubicBezTo>
                      <a:pt x="0" y="50362"/>
                      <a:pt x="50362" y="0"/>
                      <a:pt x="112378" y="0"/>
                    </a:cubicBezTo>
                    <a:close/>
                  </a:path>
                </a:pathLst>
              </a:custGeom>
              <a:solidFill>
                <a:schemeClr val="accent6"/>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grpSp>
          <p:nvGrpSpPr>
            <p:cNvPr id="22" name="Google Shape;2177;p44">
              <a:extLst>
                <a:ext uri="{FF2B5EF4-FFF2-40B4-BE49-F238E27FC236}">
                  <a16:creationId xmlns:a16="http://schemas.microsoft.com/office/drawing/2014/main" id="{50B05FA5-B3BA-7129-1F75-FDE09E825333}"/>
                </a:ext>
              </a:extLst>
            </p:cNvPr>
            <p:cNvGrpSpPr/>
            <p:nvPr/>
          </p:nvGrpSpPr>
          <p:grpSpPr>
            <a:xfrm>
              <a:off x="4497533" y="2384821"/>
              <a:ext cx="3076926" cy="4159608"/>
              <a:chOff x="4497533" y="2384821"/>
              <a:chExt cx="3076926" cy="4159608"/>
            </a:xfrm>
          </p:grpSpPr>
          <p:sp>
            <p:nvSpPr>
              <p:cNvPr id="23" name="Google Shape;2178;p44">
                <a:extLst>
                  <a:ext uri="{FF2B5EF4-FFF2-40B4-BE49-F238E27FC236}">
                    <a16:creationId xmlns:a16="http://schemas.microsoft.com/office/drawing/2014/main" id="{3745365F-E2DE-163F-1CDE-9EE0097BA79E}"/>
                  </a:ext>
                </a:extLst>
              </p:cNvPr>
              <p:cNvSpPr/>
              <p:nvPr/>
            </p:nvSpPr>
            <p:spPr>
              <a:xfrm>
                <a:off x="4687736" y="6342845"/>
                <a:ext cx="424022" cy="201584"/>
              </a:xfrm>
              <a:custGeom>
                <a:avLst/>
                <a:gdLst/>
                <a:ahLst/>
                <a:cxnLst/>
                <a:rect l="l" t="t" r="r" b="b"/>
                <a:pathLst>
                  <a:path w="424022" h="201584" extrusionOk="0">
                    <a:moveTo>
                      <a:pt x="0" y="0"/>
                    </a:moveTo>
                    <a:lnTo>
                      <a:pt x="424023" y="0"/>
                    </a:lnTo>
                    <a:lnTo>
                      <a:pt x="424023" y="201585"/>
                    </a:lnTo>
                    <a:lnTo>
                      <a:pt x="0" y="201585"/>
                    </a:lnTo>
                    <a:close/>
                  </a:path>
                </a:pathLst>
              </a:custGeom>
              <a:solidFill>
                <a:schemeClr val="accent6"/>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4" name="Google Shape;2179;p44">
                <a:extLst>
                  <a:ext uri="{FF2B5EF4-FFF2-40B4-BE49-F238E27FC236}">
                    <a16:creationId xmlns:a16="http://schemas.microsoft.com/office/drawing/2014/main" id="{D597F67D-F913-EDFD-C9ED-6EC406DBD44D}"/>
                  </a:ext>
                </a:extLst>
              </p:cNvPr>
              <p:cNvSpPr/>
              <p:nvPr/>
            </p:nvSpPr>
            <p:spPr>
              <a:xfrm>
                <a:off x="7057958" y="6342845"/>
                <a:ext cx="424022" cy="201584"/>
              </a:xfrm>
              <a:custGeom>
                <a:avLst/>
                <a:gdLst/>
                <a:ahLst/>
                <a:cxnLst/>
                <a:rect l="l" t="t" r="r" b="b"/>
                <a:pathLst>
                  <a:path w="424022" h="201584" extrusionOk="0">
                    <a:moveTo>
                      <a:pt x="0" y="0"/>
                    </a:moveTo>
                    <a:lnTo>
                      <a:pt x="424023" y="0"/>
                    </a:lnTo>
                    <a:lnTo>
                      <a:pt x="424023" y="201585"/>
                    </a:lnTo>
                    <a:lnTo>
                      <a:pt x="0" y="201585"/>
                    </a:lnTo>
                    <a:close/>
                  </a:path>
                </a:pathLst>
              </a:custGeom>
              <a:solidFill>
                <a:schemeClr val="accent6"/>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5" name="Google Shape;2180;p44">
                <a:extLst>
                  <a:ext uri="{FF2B5EF4-FFF2-40B4-BE49-F238E27FC236}">
                    <a16:creationId xmlns:a16="http://schemas.microsoft.com/office/drawing/2014/main" id="{AF2B6026-8168-E88B-2D60-E4C6843FEF92}"/>
                  </a:ext>
                </a:extLst>
              </p:cNvPr>
              <p:cNvSpPr/>
              <p:nvPr/>
            </p:nvSpPr>
            <p:spPr>
              <a:xfrm>
                <a:off x="4974098" y="6280284"/>
                <a:ext cx="530948" cy="201584"/>
              </a:xfrm>
              <a:custGeom>
                <a:avLst/>
                <a:gdLst/>
                <a:ahLst/>
                <a:cxnLst/>
                <a:rect l="l" t="t" r="r" b="b"/>
                <a:pathLst>
                  <a:path w="530948" h="201584" extrusionOk="0">
                    <a:moveTo>
                      <a:pt x="0" y="0"/>
                    </a:moveTo>
                    <a:lnTo>
                      <a:pt x="530949" y="0"/>
                    </a:lnTo>
                    <a:lnTo>
                      <a:pt x="530949" y="201585"/>
                    </a:lnTo>
                    <a:lnTo>
                      <a:pt x="0" y="201585"/>
                    </a:lnTo>
                    <a:close/>
                  </a:path>
                </a:pathLst>
              </a:custGeom>
              <a:solidFill>
                <a:schemeClr val="accent6"/>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6" name="Google Shape;2181;p44">
                <a:extLst>
                  <a:ext uri="{FF2B5EF4-FFF2-40B4-BE49-F238E27FC236}">
                    <a16:creationId xmlns:a16="http://schemas.microsoft.com/office/drawing/2014/main" id="{C3B118E3-7545-EDF9-6F83-10B70819AE68}"/>
                  </a:ext>
                </a:extLst>
              </p:cNvPr>
              <p:cNvSpPr/>
              <p:nvPr/>
            </p:nvSpPr>
            <p:spPr>
              <a:xfrm>
                <a:off x="6621463" y="6280284"/>
                <a:ext cx="530948" cy="201584"/>
              </a:xfrm>
              <a:custGeom>
                <a:avLst/>
                <a:gdLst/>
                <a:ahLst/>
                <a:cxnLst/>
                <a:rect l="l" t="t" r="r" b="b"/>
                <a:pathLst>
                  <a:path w="530948" h="201584" extrusionOk="0">
                    <a:moveTo>
                      <a:pt x="0" y="0"/>
                    </a:moveTo>
                    <a:lnTo>
                      <a:pt x="530949" y="0"/>
                    </a:lnTo>
                    <a:lnTo>
                      <a:pt x="530949" y="201585"/>
                    </a:lnTo>
                    <a:lnTo>
                      <a:pt x="0" y="201585"/>
                    </a:lnTo>
                    <a:close/>
                  </a:path>
                </a:pathLst>
              </a:custGeom>
              <a:solidFill>
                <a:schemeClr val="accent6"/>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nvGrpSpPr>
              <p:cNvPr id="27" name="Google Shape;2182;p44">
                <a:extLst>
                  <a:ext uri="{FF2B5EF4-FFF2-40B4-BE49-F238E27FC236}">
                    <a16:creationId xmlns:a16="http://schemas.microsoft.com/office/drawing/2014/main" id="{88B3CB41-9315-26B4-DEC6-4972076C5FDD}"/>
                  </a:ext>
                </a:extLst>
              </p:cNvPr>
              <p:cNvGrpSpPr/>
              <p:nvPr/>
            </p:nvGrpSpPr>
            <p:grpSpPr>
              <a:xfrm>
                <a:off x="4497533" y="2384821"/>
                <a:ext cx="3076926" cy="4039121"/>
                <a:chOff x="4497533" y="2384821"/>
                <a:chExt cx="3076926" cy="4039121"/>
              </a:xfrm>
            </p:grpSpPr>
            <p:grpSp>
              <p:nvGrpSpPr>
                <p:cNvPr id="28" name="Google Shape;2183;p44">
                  <a:extLst>
                    <a:ext uri="{FF2B5EF4-FFF2-40B4-BE49-F238E27FC236}">
                      <a16:creationId xmlns:a16="http://schemas.microsoft.com/office/drawing/2014/main" id="{8DE30327-09E3-F832-912F-82B7D1427A0D}"/>
                    </a:ext>
                  </a:extLst>
                </p:cNvPr>
                <p:cNvGrpSpPr/>
                <p:nvPr/>
              </p:nvGrpSpPr>
              <p:grpSpPr>
                <a:xfrm>
                  <a:off x="4497533" y="2384821"/>
                  <a:ext cx="3076926" cy="4039121"/>
                  <a:chOff x="4497533" y="2384821"/>
                  <a:chExt cx="3076926" cy="4039121"/>
                </a:xfrm>
              </p:grpSpPr>
              <p:sp>
                <p:nvSpPr>
                  <p:cNvPr id="34" name="Google Shape;2184;p44">
                    <a:extLst>
                      <a:ext uri="{FF2B5EF4-FFF2-40B4-BE49-F238E27FC236}">
                        <a16:creationId xmlns:a16="http://schemas.microsoft.com/office/drawing/2014/main" id="{F13DD4C3-B8A0-230D-3EEB-BBA3C9FF42FE}"/>
                      </a:ext>
                    </a:extLst>
                  </p:cNvPr>
                  <p:cNvSpPr/>
                  <p:nvPr/>
                </p:nvSpPr>
                <p:spPr>
                  <a:xfrm>
                    <a:off x="4497533" y="2384821"/>
                    <a:ext cx="3076926" cy="4039121"/>
                  </a:xfrm>
                  <a:custGeom>
                    <a:avLst/>
                    <a:gdLst/>
                    <a:ahLst/>
                    <a:cxnLst/>
                    <a:rect l="l" t="t" r="r" b="b"/>
                    <a:pathLst>
                      <a:path w="3076926" h="4039121" extrusionOk="0">
                        <a:moveTo>
                          <a:pt x="2787293" y="0"/>
                        </a:moveTo>
                        <a:cubicBezTo>
                          <a:pt x="2947253" y="0"/>
                          <a:pt x="3076926" y="129673"/>
                          <a:pt x="3076926" y="289633"/>
                        </a:cubicBezTo>
                        <a:lnTo>
                          <a:pt x="3076926" y="3749488"/>
                        </a:lnTo>
                        <a:cubicBezTo>
                          <a:pt x="3076926" y="3909448"/>
                          <a:pt x="2947253" y="4039121"/>
                          <a:pt x="2787293" y="4039121"/>
                        </a:cubicBezTo>
                        <a:lnTo>
                          <a:pt x="289633" y="4039121"/>
                        </a:lnTo>
                        <a:cubicBezTo>
                          <a:pt x="129673" y="4039121"/>
                          <a:pt x="0" y="3909448"/>
                          <a:pt x="0" y="3749488"/>
                        </a:cubicBezTo>
                        <a:lnTo>
                          <a:pt x="0" y="289633"/>
                        </a:lnTo>
                        <a:cubicBezTo>
                          <a:pt x="0" y="129673"/>
                          <a:pt x="129673" y="0"/>
                          <a:pt x="289633" y="0"/>
                        </a:cubicBezTo>
                        <a:close/>
                      </a:path>
                    </a:pathLst>
                  </a:custGeom>
                  <a:solidFill>
                    <a:schemeClr val="accent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5" name="Google Shape;2185;p44">
                    <a:extLst>
                      <a:ext uri="{FF2B5EF4-FFF2-40B4-BE49-F238E27FC236}">
                        <a16:creationId xmlns:a16="http://schemas.microsoft.com/office/drawing/2014/main" id="{D6D4476D-C5C6-89DC-AE63-6DCD40AC34A4}"/>
                      </a:ext>
                    </a:extLst>
                  </p:cNvPr>
                  <p:cNvSpPr/>
                  <p:nvPr/>
                </p:nvSpPr>
                <p:spPr>
                  <a:xfrm>
                    <a:off x="4645825" y="2579454"/>
                    <a:ext cx="2780341" cy="3649854"/>
                  </a:xfrm>
                  <a:custGeom>
                    <a:avLst/>
                    <a:gdLst/>
                    <a:ahLst/>
                    <a:cxnLst/>
                    <a:rect l="l" t="t" r="r" b="b"/>
                    <a:pathLst>
                      <a:path w="2780341" h="3649854" extrusionOk="0">
                        <a:moveTo>
                          <a:pt x="2518650" y="0"/>
                        </a:moveTo>
                        <a:cubicBezTo>
                          <a:pt x="2663179" y="0"/>
                          <a:pt x="2780342" y="117163"/>
                          <a:pt x="2780342" y="261692"/>
                        </a:cubicBezTo>
                        <a:lnTo>
                          <a:pt x="2780342" y="3388163"/>
                        </a:lnTo>
                        <a:cubicBezTo>
                          <a:pt x="2780342" y="3532691"/>
                          <a:pt x="2663179" y="3649855"/>
                          <a:pt x="2518650" y="3649855"/>
                        </a:cubicBezTo>
                        <a:lnTo>
                          <a:pt x="261692" y="3649855"/>
                        </a:lnTo>
                        <a:cubicBezTo>
                          <a:pt x="117163" y="3649855"/>
                          <a:pt x="0" y="3532691"/>
                          <a:pt x="0" y="3388163"/>
                        </a:cubicBezTo>
                        <a:lnTo>
                          <a:pt x="0" y="261692"/>
                        </a:lnTo>
                        <a:cubicBezTo>
                          <a:pt x="0" y="117164"/>
                          <a:pt x="117163" y="0"/>
                          <a:pt x="261692" y="0"/>
                        </a:cubicBezTo>
                        <a:close/>
                      </a:path>
                    </a:pathLst>
                  </a:custGeom>
                  <a:noFill/>
                  <a:ln w="13000" cap="rnd" cmpd="sng">
                    <a:solidFill>
                      <a:schemeClr val="accent3"/>
                    </a:solidFill>
                    <a:prstDash val="solid"/>
                    <a:round/>
                    <a:headEnd type="none" w="sm" len="sm"/>
                    <a:tailEnd type="none" w="sm" len="sm"/>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sp>
              <p:nvSpPr>
                <p:cNvPr id="29" name="Google Shape;2186;p44">
                  <a:extLst>
                    <a:ext uri="{FF2B5EF4-FFF2-40B4-BE49-F238E27FC236}">
                      <a16:creationId xmlns:a16="http://schemas.microsoft.com/office/drawing/2014/main" id="{011A9257-36A4-60D3-7C36-6C8DE2F1D3CB}"/>
                    </a:ext>
                  </a:extLst>
                </p:cNvPr>
                <p:cNvSpPr/>
                <p:nvPr/>
              </p:nvSpPr>
              <p:spPr>
                <a:xfrm>
                  <a:off x="4928507" y="2779335"/>
                  <a:ext cx="194633" cy="3334120"/>
                </a:xfrm>
                <a:custGeom>
                  <a:avLst/>
                  <a:gdLst/>
                  <a:ahLst/>
                  <a:cxnLst/>
                  <a:rect l="l" t="t" r="r" b="b"/>
                  <a:pathLst>
                    <a:path w="194633" h="3334120" extrusionOk="0">
                      <a:moveTo>
                        <a:pt x="97317" y="3334120"/>
                      </a:moveTo>
                      <a:lnTo>
                        <a:pt x="97317" y="3334120"/>
                      </a:lnTo>
                      <a:cubicBezTo>
                        <a:pt x="43547" y="3334120"/>
                        <a:pt x="0" y="3290573"/>
                        <a:pt x="0" y="3236804"/>
                      </a:cubicBezTo>
                      <a:lnTo>
                        <a:pt x="0" y="97317"/>
                      </a:lnTo>
                      <a:cubicBezTo>
                        <a:pt x="0" y="43547"/>
                        <a:pt x="43547" y="0"/>
                        <a:pt x="97317" y="0"/>
                      </a:cubicBezTo>
                      <a:lnTo>
                        <a:pt x="97317" y="0"/>
                      </a:lnTo>
                      <a:cubicBezTo>
                        <a:pt x="151086" y="0"/>
                        <a:pt x="194633" y="43547"/>
                        <a:pt x="194633" y="97317"/>
                      </a:cubicBezTo>
                      <a:lnTo>
                        <a:pt x="194633" y="3236804"/>
                      </a:lnTo>
                      <a:cubicBezTo>
                        <a:pt x="194633" y="3290573"/>
                        <a:pt x="151086" y="3334120"/>
                        <a:pt x="97317" y="3334120"/>
                      </a:cubicBezTo>
                      <a:close/>
                    </a:path>
                  </a:pathLst>
                </a:custGeom>
                <a:solidFill>
                  <a:schemeClr val="accent3"/>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0" name="Google Shape;2187;p44">
                  <a:extLst>
                    <a:ext uri="{FF2B5EF4-FFF2-40B4-BE49-F238E27FC236}">
                      <a16:creationId xmlns:a16="http://schemas.microsoft.com/office/drawing/2014/main" id="{E0C4EBDB-D645-E36E-EC7B-D268F3BFB06F}"/>
                    </a:ext>
                  </a:extLst>
                </p:cNvPr>
                <p:cNvSpPr/>
                <p:nvPr/>
              </p:nvSpPr>
              <p:spPr>
                <a:xfrm>
                  <a:off x="5424768" y="2779335"/>
                  <a:ext cx="194633" cy="3334120"/>
                </a:xfrm>
                <a:custGeom>
                  <a:avLst/>
                  <a:gdLst/>
                  <a:ahLst/>
                  <a:cxnLst/>
                  <a:rect l="l" t="t" r="r" b="b"/>
                  <a:pathLst>
                    <a:path w="194633" h="3334120" extrusionOk="0">
                      <a:moveTo>
                        <a:pt x="97317" y="3334120"/>
                      </a:moveTo>
                      <a:lnTo>
                        <a:pt x="97317" y="3334120"/>
                      </a:lnTo>
                      <a:cubicBezTo>
                        <a:pt x="43547" y="3334120"/>
                        <a:pt x="0" y="3290573"/>
                        <a:pt x="0" y="3236804"/>
                      </a:cubicBezTo>
                      <a:lnTo>
                        <a:pt x="0" y="97317"/>
                      </a:lnTo>
                      <a:cubicBezTo>
                        <a:pt x="0" y="43547"/>
                        <a:pt x="43547" y="0"/>
                        <a:pt x="97317" y="0"/>
                      </a:cubicBezTo>
                      <a:lnTo>
                        <a:pt x="97317" y="0"/>
                      </a:lnTo>
                      <a:cubicBezTo>
                        <a:pt x="151086" y="0"/>
                        <a:pt x="194633" y="43547"/>
                        <a:pt x="194633" y="97317"/>
                      </a:cubicBezTo>
                      <a:lnTo>
                        <a:pt x="194633" y="3236804"/>
                      </a:lnTo>
                      <a:cubicBezTo>
                        <a:pt x="194633" y="3290573"/>
                        <a:pt x="151086" y="3334120"/>
                        <a:pt x="97317" y="3334120"/>
                      </a:cubicBezTo>
                      <a:close/>
                    </a:path>
                  </a:pathLst>
                </a:custGeom>
                <a:solidFill>
                  <a:schemeClr val="accent3"/>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1" name="Google Shape;2188;p44">
                  <a:extLst>
                    <a:ext uri="{FF2B5EF4-FFF2-40B4-BE49-F238E27FC236}">
                      <a16:creationId xmlns:a16="http://schemas.microsoft.com/office/drawing/2014/main" id="{1A915656-1413-35AD-34C5-23D4C7979E1D}"/>
                    </a:ext>
                  </a:extLst>
                </p:cNvPr>
                <p:cNvSpPr/>
                <p:nvPr/>
              </p:nvSpPr>
              <p:spPr>
                <a:xfrm>
                  <a:off x="5921096" y="2779335"/>
                  <a:ext cx="194633" cy="3334120"/>
                </a:xfrm>
                <a:custGeom>
                  <a:avLst/>
                  <a:gdLst/>
                  <a:ahLst/>
                  <a:cxnLst/>
                  <a:rect l="l" t="t" r="r" b="b"/>
                  <a:pathLst>
                    <a:path w="194633" h="3334120" extrusionOk="0">
                      <a:moveTo>
                        <a:pt x="97317" y="3334120"/>
                      </a:moveTo>
                      <a:lnTo>
                        <a:pt x="97317" y="3334120"/>
                      </a:lnTo>
                      <a:cubicBezTo>
                        <a:pt x="43547" y="3334120"/>
                        <a:pt x="0" y="3290573"/>
                        <a:pt x="0" y="3236804"/>
                      </a:cubicBezTo>
                      <a:lnTo>
                        <a:pt x="0" y="97317"/>
                      </a:lnTo>
                      <a:cubicBezTo>
                        <a:pt x="0" y="43547"/>
                        <a:pt x="43547" y="0"/>
                        <a:pt x="97317" y="0"/>
                      </a:cubicBezTo>
                      <a:lnTo>
                        <a:pt x="97317" y="0"/>
                      </a:lnTo>
                      <a:cubicBezTo>
                        <a:pt x="151087" y="0"/>
                        <a:pt x="194633" y="43547"/>
                        <a:pt x="194633" y="97317"/>
                      </a:cubicBezTo>
                      <a:lnTo>
                        <a:pt x="194633" y="3236804"/>
                      </a:lnTo>
                      <a:cubicBezTo>
                        <a:pt x="194633" y="3290573"/>
                        <a:pt x="151087" y="3334120"/>
                        <a:pt x="97317" y="3334120"/>
                      </a:cubicBezTo>
                      <a:close/>
                    </a:path>
                  </a:pathLst>
                </a:custGeom>
                <a:solidFill>
                  <a:schemeClr val="accent3"/>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2" name="Google Shape;2189;p44">
                  <a:extLst>
                    <a:ext uri="{FF2B5EF4-FFF2-40B4-BE49-F238E27FC236}">
                      <a16:creationId xmlns:a16="http://schemas.microsoft.com/office/drawing/2014/main" id="{C7390BBD-A5DD-4A17-4C84-071488A9BB5E}"/>
                    </a:ext>
                  </a:extLst>
                </p:cNvPr>
                <p:cNvSpPr/>
                <p:nvPr/>
              </p:nvSpPr>
              <p:spPr>
                <a:xfrm>
                  <a:off x="6417425" y="2779335"/>
                  <a:ext cx="194633" cy="3334120"/>
                </a:xfrm>
                <a:custGeom>
                  <a:avLst/>
                  <a:gdLst/>
                  <a:ahLst/>
                  <a:cxnLst/>
                  <a:rect l="l" t="t" r="r" b="b"/>
                  <a:pathLst>
                    <a:path w="194633" h="3334120" extrusionOk="0">
                      <a:moveTo>
                        <a:pt x="97317" y="0"/>
                      </a:moveTo>
                      <a:cubicBezTo>
                        <a:pt x="151063" y="0"/>
                        <a:pt x="194633" y="43570"/>
                        <a:pt x="194633" y="97317"/>
                      </a:cubicBezTo>
                      <a:lnTo>
                        <a:pt x="194633" y="3236804"/>
                      </a:lnTo>
                      <a:cubicBezTo>
                        <a:pt x="194633" y="3290550"/>
                        <a:pt x="151063" y="3334121"/>
                        <a:pt x="97317" y="3334121"/>
                      </a:cubicBezTo>
                      <a:lnTo>
                        <a:pt x="97317" y="3334121"/>
                      </a:lnTo>
                      <a:cubicBezTo>
                        <a:pt x="43570" y="3334121"/>
                        <a:pt x="0" y="3290550"/>
                        <a:pt x="0" y="3236804"/>
                      </a:cubicBezTo>
                      <a:lnTo>
                        <a:pt x="0" y="97317"/>
                      </a:lnTo>
                      <a:cubicBezTo>
                        <a:pt x="0" y="43570"/>
                        <a:pt x="43570" y="0"/>
                        <a:pt x="97317" y="0"/>
                      </a:cubicBezTo>
                      <a:close/>
                    </a:path>
                  </a:pathLst>
                </a:custGeom>
                <a:solidFill>
                  <a:schemeClr val="accent3"/>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3" name="Google Shape;2190;p44">
                  <a:extLst>
                    <a:ext uri="{FF2B5EF4-FFF2-40B4-BE49-F238E27FC236}">
                      <a16:creationId xmlns:a16="http://schemas.microsoft.com/office/drawing/2014/main" id="{66DBBB1D-85F5-0DF3-A843-F53EBC6AC3AD}"/>
                    </a:ext>
                  </a:extLst>
                </p:cNvPr>
                <p:cNvSpPr/>
                <p:nvPr/>
              </p:nvSpPr>
              <p:spPr>
                <a:xfrm>
                  <a:off x="6913754" y="2779335"/>
                  <a:ext cx="194633" cy="3334120"/>
                </a:xfrm>
                <a:custGeom>
                  <a:avLst/>
                  <a:gdLst/>
                  <a:ahLst/>
                  <a:cxnLst/>
                  <a:rect l="l" t="t" r="r" b="b"/>
                  <a:pathLst>
                    <a:path w="194633" h="3334120" extrusionOk="0">
                      <a:moveTo>
                        <a:pt x="97317" y="3334120"/>
                      </a:moveTo>
                      <a:lnTo>
                        <a:pt x="97317" y="3334120"/>
                      </a:lnTo>
                      <a:cubicBezTo>
                        <a:pt x="43547" y="3334120"/>
                        <a:pt x="0" y="3290573"/>
                        <a:pt x="0" y="3236804"/>
                      </a:cubicBezTo>
                      <a:lnTo>
                        <a:pt x="0" y="97317"/>
                      </a:lnTo>
                      <a:cubicBezTo>
                        <a:pt x="0" y="43547"/>
                        <a:pt x="43547" y="0"/>
                        <a:pt x="97317" y="0"/>
                      </a:cubicBezTo>
                      <a:lnTo>
                        <a:pt x="97317" y="0"/>
                      </a:lnTo>
                      <a:cubicBezTo>
                        <a:pt x="151086" y="0"/>
                        <a:pt x="194633" y="43547"/>
                        <a:pt x="194633" y="97317"/>
                      </a:cubicBezTo>
                      <a:lnTo>
                        <a:pt x="194633" y="3236804"/>
                      </a:lnTo>
                      <a:cubicBezTo>
                        <a:pt x="194633" y="3290573"/>
                        <a:pt x="151086" y="3334120"/>
                        <a:pt x="97317" y="3334120"/>
                      </a:cubicBezTo>
                      <a:close/>
                    </a:path>
                  </a:pathLst>
                </a:custGeom>
                <a:solidFill>
                  <a:schemeClr val="accent3"/>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grpSp>
      </p:grpSp>
      <p:sp>
        <p:nvSpPr>
          <p:cNvPr id="4" name="Google Shape;1480;p36">
            <a:extLst>
              <a:ext uri="{FF2B5EF4-FFF2-40B4-BE49-F238E27FC236}">
                <a16:creationId xmlns:a16="http://schemas.microsoft.com/office/drawing/2014/main" id="{787B430D-3FB4-003D-550D-6A2F0048E9AC}"/>
              </a:ext>
            </a:extLst>
          </p:cNvPr>
          <p:cNvSpPr txBox="1">
            <a:spLocks noGrp="1"/>
          </p:cNvSpPr>
          <p:nvPr>
            <p:ph type="title"/>
          </p:nvPr>
        </p:nvSpPr>
        <p:spPr>
          <a:xfrm>
            <a:off x="950800" y="590012"/>
            <a:ext cx="10290400" cy="868361"/>
          </a:xfrm>
          <a:prstGeom prst="rect">
            <a:avLst/>
          </a:prstGeom>
        </p:spPr>
        <p:txBody>
          <a:bodyPr spcFirstLastPara="1" wrap="square" lIns="121900" tIns="121900" rIns="121900" bIns="121900" anchor="t" anchorCtr="0">
            <a:noAutofit/>
          </a:bodyPr>
          <a:lstStyle/>
          <a:p>
            <a:r>
              <a:rPr lang="en" sz="4700" b="1">
                <a:latin typeface="Avenir Next LT Pro" panose="020B0504020202020204" pitchFamily="34" charset="0"/>
                <a:ea typeface="Arimo" panose="020B0604020202020204" charset="0"/>
                <a:cs typeface="Arimo" panose="020B0604020202020204" charset="0"/>
              </a:rPr>
              <a:t>Data Overview</a:t>
            </a:r>
            <a:endParaRPr sz="4700" b="1">
              <a:latin typeface="Avenir Next LT Pro" panose="020B0504020202020204" pitchFamily="34" charset="0"/>
              <a:ea typeface="Arimo" panose="020B0604020202020204" charset="0"/>
              <a:cs typeface="Arimo" panose="020B060402020202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80;p36">
            <a:extLst>
              <a:ext uri="{FF2B5EF4-FFF2-40B4-BE49-F238E27FC236}">
                <a16:creationId xmlns:a16="http://schemas.microsoft.com/office/drawing/2014/main" id="{0D776D87-3718-EB67-385F-E80F84DA8650}"/>
              </a:ext>
            </a:extLst>
          </p:cNvPr>
          <p:cNvSpPr txBox="1">
            <a:spLocks/>
          </p:cNvSpPr>
          <p:nvPr/>
        </p:nvSpPr>
        <p:spPr>
          <a:xfrm>
            <a:off x="950800" y="590012"/>
            <a:ext cx="10290400" cy="868361"/>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US" sz="4700" b="1" kern="0">
                <a:solidFill>
                  <a:schemeClr val="tx1"/>
                </a:solidFill>
                <a:latin typeface="Avenir Next LT Pro"/>
                <a:ea typeface="Arimo" panose="020B0604020202020204" charset="0"/>
                <a:cs typeface="Arimo" panose="020B0604020202020204" charset="0"/>
              </a:rPr>
              <a:t>Model/Analysis of Clustering</a:t>
            </a:r>
            <a:endParaRPr lang="en-US" sz="4700" b="1" kern="0">
              <a:solidFill>
                <a:schemeClr val="tx1"/>
              </a:solidFill>
              <a:latin typeface="Avenir Next LT Pro" panose="020B0504020202020204" pitchFamily="34" charset="0"/>
              <a:ea typeface="Arimo" panose="020B0604020202020204" charset="0"/>
              <a:cs typeface="Arimo" panose="020B0604020202020204" charset="0"/>
            </a:endParaRPr>
          </a:p>
        </p:txBody>
      </p:sp>
      <p:sp>
        <p:nvSpPr>
          <p:cNvPr id="3" name="TextBox 2">
            <a:extLst>
              <a:ext uri="{FF2B5EF4-FFF2-40B4-BE49-F238E27FC236}">
                <a16:creationId xmlns:a16="http://schemas.microsoft.com/office/drawing/2014/main" id="{6C999954-B009-E07C-156B-534826E7C109}"/>
              </a:ext>
            </a:extLst>
          </p:cNvPr>
          <p:cNvSpPr txBox="1"/>
          <p:nvPr/>
        </p:nvSpPr>
        <p:spPr>
          <a:xfrm>
            <a:off x="950800" y="1574710"/>
            <a:ext cx="428951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b="1">
                <a:latin typeface="Arimo" panose="020B0604020202020204"/>
                <a:cs typeface="Arial"/>
              </a:rPr>
              <a:t>Clustering (K-Means)</a:t>
            </a:r>
          </a:p>
          <a:p>
            <a:pPr marL="742950" lvl="1" indent="-285750">
              <a:buFont typeface="Courier New"/>
              <a:buChar char="o"/>
            </a:pPr>
            <a:r>
              <a:rPr lang="en-US" sz="2000">
                <a:latin typeface="Arimo" panose="020B0604020202020204"/>
                <a:cs typeface="Arial"/>
              </a:rPr>
              <a:t>Identify optimal number of clusters </a:t>
            </a:r>
            <a:r>
              <a:rPr lang="en-US" sz="2000">
                <a:latin typeface="Arimo" panose="020B0604020202020204"/>
                <a:cs typeface="Arial"/>
                <a:sym typeface="Wingdings" panose="05000000000000000000" pitchFamily="2" charset="2"/>
              </a:rPr>
              <a:t> 4</a:t>
            </a:r>
            <a:endParaRPr lang="en-US" sz="2000">
              <a:latin typeface="Arimo" panose="020B0604020202020204"/>
              <a:cs typeface="Arial"/>
            </a:endParaRPr>
          </a:p>
          <a:p>
            <a:pPr marL="742950" lvl="1" indent="-285750">
              <a:buFont typeface="Courier New"/>
              <a:buChar char="o"/>
            </a:pPr>
            <a:r>
              <a:rPr lang="en-US" sz="2000">
                <a:latin typeface="Arimo" panose="020B0604020202020204"/>
                <a:cs typeface="Arial"/>
              </a:rPr>
              <a:t>Build K-Means model</a:t>
            </a:r>
          </a:p>
          <a:p>
            <a:pPr marL="742950" lvl="1" indent="-285750">
              <a:buFont typeface="Courier New"/>
              <a:buChar char="o"/>
            </a:pPr>
            <a:r>
              <a:rPr lang="en-US" sz="2000">
                <a:latin typeface="Arimo" panose="020B0604020202020204"/>
                <a:cs typeface="Arial"/>
              </a:rPr>
              <a:t>Visualize cluster distribution</a:t>
            </a:r>
          </a:p>
        </p:txBody>
      </p:sp>
      <p:pic>
        <p:nvPicPr>
          <p:cNvPr id="4" name="Picture 3" descr="A graph of a number of clusters&#10;&#10;AI-generated content may be incorrect.">
            <a:extLst>
              <a:ext uri="{FF2B5EF4-FFF2-40B4-BE49-F238E27FC236}">
                <a16:creationId xmlns:a16="http://schemas.microsoft.com/office/drawing/2014/main" id="{507B42C7-59AC-ADA8-20DF-EBE95F5F5EB9}"/>
              </a:ext>
            </a:extLst>
          </p:cNvPr>
          <p:cNvPicPr>
            <a:picLocks noChangeAspect="1"/>
          </p:cNvPicPr>
          <p:nvPr/>
        </p:nvPicPr>
        <p:blipFill>
          <a:blip r:embed="rId3"/>
          <a:stretch>
            <a:fillRect/>
          </a:stretch>
        </p:blipFill>
        <p:spPr>
          <a:xfrm>
            <a:off x="950800" y="3253618"/>
            <a:ext cx="4289513" cy="3202119"/>
          </a:xfrm>
          <a:prstGeom prst="rect">
            <a:avLst/>
          </a:prstGeom>
        </p:spPr>
      </p:pic>
      <p:sp>
        <p:nvSpPr>
          <p:cNvPr id="7" name="TextBox 6">
            <a:extLst>
              <a:ext uri="{FF2B5EF4-FFF2-40B4-BE49-F238E27FC236}">
                <a16:creationId xmlns:a16="http://schemas.microsoft.com/office/drawing/2014/main" id="{05FF8347-5B03-7844-FE06-65A5EE24855C}"/>
              </a:ext>
            </a:extLst>
          </p:cNvPr>
          <p:cNvSpPr txBox="1"/>
          <p:nvPr/>
        </p:nvSpPr>
        <p:spPr>
          <a:xfrm>
            <a:off x="6951687" y="1578528"/>
            <a:ext cx="4044559"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b="1">
                <a:latin typeface="Arimo" panose="020B0604020202020204"/>
                <a:cs typeface="Arial"/>
              </a:rPr>
              <a:t>Cluster Distribution</a:t>
            </a:r>
          </a:p>
          <a:p>
            <a:pPr marL="742950" lvl="1" indent="-285750">
              <a:buFont typeface="Courier New"/>
              <a:buChar char="o"/>
            </a:pPr>
            <a:r>
              <a:rPr lang="en-US" sz="2000">
                <a:latin typeface="Arimo" panose="020B0604020202020204"/>
                <a:cs typeface="Arial"/>
              </a:rPr>
              <a:t>Cluster 1 – 9%</a:t>
            </a:r>
          </a:p>
          <a:p>
            <a:pPr marL="742950" lvl="1" indent="-285750">
              <a:buFont typeface="Courier New"/>
              <a:buChar char="o"/>
            </a:pPr>
            <a:r>
              <a:rPr lang="en-US" sz="2000">
                <a:latin typeface="Arimo" panose="020B0604020202020204"/>
                <a:cs typeface="Arial"/>
              </a:rPr>
              <a:t>Cluster 2 – 39%</a:t>
            </a:r>
          </a:p>
          <a:p>
            <a:pPr marL="742950" lvl="1" indent="-285750">
              <a:buFont typeface="Courier New"/>
              <a:buChar char="o"/>
            </a:pPr>
            <a:r>
              <a:rPr lang="en-US" sz="2000">
                <a:latin typeface="Arimo" panose="020B0604020202020204"/>
                <a:cs typeface="Arial"/>
              </a:rPr>
              <a:t>Cluster 3 – 34%</a:t>
            </a:r>
          </a:p>
          <a:p>
            <a:pPr marL="742950" lvl="1" indent="-285750">
              <a:buFont typeface="Courier New"/>
              <a:buChar char="o"/>
            </a:pPr>
            <a:r>
              <a:rPr lang="en-US" sz="2000">
                <a:latin typeface="Arimo" panose="020B0604020202020204"/>
                <a:cs typeface="Arial"/>
              </a:rPr>
              <a:t>Cluster 4 – 19%</a:t>
            </a:r>
          </a:p>
        </p:txBody>
      </p:sp>
      <p:pic>
        <p:nvPicPr>
          <p:cNvPr id="6" name="Picture 5">
            <a:extLst>
              <a:ext uri="{FF2B5EF4-FFF2-40B4-BE49-F238E27FC236}">
                <a16:creationId xmlns:a16="http://schemas.microsoft.com/office/drawing/2014/main" id="{C06358E4-BCFE-2D44-AE59-78EA896216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1687" y="3205926"/>
            <a:ext cx="4044559" cy="3242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3246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39A90-3767-1B9D-26F8-C7190337E0B0}"/>
            </a:ext>
          </a:extLst>
        </p:cNvPr>
        <p:cNvGrpSpPr/>
        <p:nvPr/>
      </p:nvGrpSpPr>
      <p:grpSpPr>
        <a:xfrm>
          <a:off x="0" y="0"/>
          <a:ext cx="0" cy="0"/>
          <a:chOff x="0" y="0"/>
          <a:chExt cx="0" cy="0"/>
        </a:xfrm>
      </p:grpSpPr>
      <p:sp>
        <p:nvSpPr>
          <p:cNvPr id="2" name="Google Shape;1480;p36">
            <a:extLst>
              <a:ext uri="{FF2B5EF4-FFF2-40B4-BE49-F238E27FC236}">
                <a16:creationId xmlns:a16="http://schemas.microsoft.com/office/drawing/2014/main" id="{05AAA021-149E-9987-658B-4A3F61CE233B}"/>
              </a:ext>
            </a:extLst>
          </p:cNvPr>
          <p:cNvSpPr txBox="1">
            <a:spLocks/>
          </p:cNvSpPr>
          <p:nvPr/>
        </p:nvSpPr>
        <p:spPr>
          <a:xfrm>
            <a:off x="950800" y="590012"/>
            <a:ext cx="10290400" cy="868361"/>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US" sz="4700" b="1" kern="0">
                <a:solidFill>
                  <a:schemeClr val="tx1"/>
                </a:solidFill>
                <a:latin typeface="Avenir Next LT Pro"/>
                <a:ea typeface="Arimo" panose="020B0604020202020204" charset="0"/>
                <a:cs typeface="Arimo" panose="020B0604020202020204" charset="0"/>
              </a:rPr>
              <a:t>Model/Analysis of Regression </a:t>
            </a:r>
            <a:endParaRPr lang="en-US" sz="4700" b="1" kern="0">
              <a:solidFill>
                <a:schemeClr val="tx1"/>
              </a:solidFill>
              <a:latin typeface="Avenir Next LT Pro" panose="020B0504020202020204" pitchFamily="34" charset="0"/>
              <a:ea typeface="Arimo" panose="020B0604020202020204" charset="0"/>
              <a:cs typeface="Arimo" panose="020B0604020202020204" charset="0"/>
            </a:endParaRPr>
          </a:p>
        </p:txBody>
      </p:sp>
      <p:sp>
        <p:nvSpPr>
          <p:cNvPr id="3" name="TextBox 2">
            <a:extLst>
              <a:ext uri="{FF2B5EF4-FFF2-40B4-BE49-F238E27FC236}">
                <a16:creationId xmlns:a16="http://schemas.microsoft.com/office/drawing/2014/main" id="{C6A03A28-B013-FF83-BC80-77980952338E}"/>
              </a:ext>
            </a:extLst>
          </p:cNvPr>
          <p:cNvSpPr txBox="1"/>
          <p:nvPr/>
        </p:nvSpPr>
        <p:spPr>
          <a:xfrm>
            <a:off x="1186608" y="2149301"/>
            <a:ext cx="4566080"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b="1">
                <a:latin typeface="Arimo" panose="020B0604020202020204"/>
                <a:cs typeface="Arial"/>
              </a:rPr>
              <a:t>Logistic Regression</a:t>
            </a:r>
          </a:p>
          <a:p>
            <a:pPr marL="742950" lvl="1" indent="-285750">
              <a:buFont typeface="Courier New"/>
              <a:buChar char="o"/>
            </a:pPr>
            <a:r>
              <a:rPr lang="en-US" sz="2000">
                <a:latin typeface="Arimo" panose="020B0604020202020204"/>
                <a:cs typeface="Arial"/>
              </a:rPr>
              <a:t>Apply logistic regression</a:t>
            </a:r>
          </a:p>
          <a:p>
            <a:pPr marL="742950" lvl="1" indent="-285750">
              <a:buFont typeface="Courier New"/>
              <a:buChar char="o"/>
            </a:pPr>
            <a:r>
              <a:rPr lang="en-US" sz="2000">
                <a:latin typeface="Arimo" panose="020B0604020202020204"/>
                <a:cs typeface="Arial"/>
              </a:rPr>
              <a:t>Evaluate model precision:</a:t>
            </a:r>
          </a:p>
          <a:p>
            <a:pPr marL="1200150" lvl="2" indent="-285750">
              <a:buFont typeface="Wingdings"/>
              <a:buChar char="§"/>
            </a:pPr>
            <a:r>
              <a:rPr lang="en-US" sz="2000">
                <a:latin typeface="Arimo" panose="020B0604020202020204"/>
                <a:ea typeface="+mn-lt"/>
                <a:cs typeface="+mn-lt"/>
              </a:rPr>
              <a:t>59% ~ 9% better than guessing at random</a:t>
            </a:r>
            <a:endParaRPr lang="en-US" sz="2000">
              <a:latin typeface="Arimo" panose="020B0604020202020204"/>
              <a:cs typeface="Arial"/>
            </a:endParaRPr>
          </a:p>
          <a:p>
            <a:pPr marL="742950" lvl="1" indent="-285750">
              <a:buFont typeface="Courier New"/>
              <a:buChar char="o"/>
            </a:pPr>
            <a:r>
              <a:rPr lang="en-US" sz="2000">
                <a:latin typeface="Arimo" panose="020B0604020202020204"/>
                <a:cs typeface="Arial"/>
              </a:rPr>
              <a:t>Segment Recall:</a:t>
            </a:r>
          </a:p>
          <a:p>
            <a:pPr marL="1200150" lvl="2" indent="-285750">
              <a:buFont typeface="Wingdings"/>
              <a:buChar char="§"/>
            </a:pPr>
            <a:r>
              <a:rPr lang="en-US" sz="2000">
                <a:latin typeface="Arimo" panose="020B0604020202020204"/>
                <a:cs typeface="Arial"/>
              </a:rPr>
              <a:t>Segment 1: 74%</a:t>
            </a:r>
          </a:p>
          <a:p>
            <a:pPr marL="1200150" lvl="2" indent="-285750">
              <a:buFont typeface="Wingdings"/>
              <a:buChar char="§"/>
            </a:pPr>
            <a:r>
              <a:rPr lang="en-US" sz="2000">
                <a:latin typeface="Arimo" panose="020B0604020202020204"/>
                <a:cs typeface="Arial"/>
              </a:rPr>
              <a:t>Segment 2: 57%</a:t>
            </a:r>
          </a:p>
          <a:p>
            <a:pPr marL="1200150" lvl="2" indent="-285750">
              <a:buFont typeface="Wingdings"/>
              <a:buChar char="§"/>
            </a:pPr>
            <a:r>
              <a:rPr lang="en-US" sz="2000">
                <a:latin typeface="Arimo" panose="020B0604020202020204"/>
                <a:cs typeface="Arial"/>
              </a:rPr>
              <a:t>Segment 3: 54%</a:t>
            </a:r>
          </a:p>
          <a:p>
            <a:pPr marL="1200150" lvl="2" indent="-285750">
              <a:buFont typeface="Wingdings"/>
              <a:buChar char="§"/>
            </a:pPr>
            <a:r>
              <a:rPr lang="en-US" sz="2000">
                <a:latin typeface="Arimo" panose="020B0604020202020204"/>
                <a:cs typeface="Arial"/>
              </a:rPr>
              <a:t>Segment 4: 63%</a:t>
            </a:r>
          </a:p>
        </p:txBody>
      </p:sp>
      <p:pic>
        <p:nvPicPr>
          <p:cNvPr id="6" name="Picture 5">
            <a:extLst>
              <a:ext uri="{FF2B5EF4-FFF2-40B4-BE49-F238E27FC236}">
                <a16:creationId xmlns:a16="http://schemas.microsoft.com/office/drawing/2014/main" id="{4340523C-DC27-63E6-A879-98E218C6F713}"/>
              </a:ext>
            </a:extLst>
          </p:cNvPr>
          <p:cNvPicPr>
            <a:picLocks noChangeAspect="1"/>
          </p:cNvPicPr>
          <p:nvPr/>
        </p:nvPicPr>
        <p:blipFill>
          <a:blip r:embed="rId3"/>
          <a:stretch>
            <a:fillRect/>
          </a:stretch>
        </p:blipFill>
        <p:spPr>
          <a:xfrm>
            <a:off x="5752688" y="2265996"/>
            <a:ext cx="5892281" cy="2936708"/>
          </a:xfrm>
          <a:prstGeom prst="rect">
            <a:avLst/>
          </a:prstGeom>
        </p:spPr>
      </p:pic>
    </p:spTree>
    <p:extLst>
      <p:ext uri="{BB962C8B-B14F-4D97-AF65-F5344CB8AC3E}">
        <p14:creationId xmlns:p14="http://schemas.microsoft.com/office/powerpoint/2010/main" val="2802388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DE8BA-C761-7169-A13C-B42898C61B6E}"/>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A67B104-2F07-3302-9EA7-2970E9DA2459}"/>
              </a:ext>
            </a:extLst>
          </p:cNvPr>
          <p:cNvSpPr>
            <a:spLocks noGrp="1"/>
          </p:cNvSpPr>
          <p:nvPr>
            <p:ph type="title"/>
          </p:nvPr>
        </p:nvSpPr>
        <p:spPr>
          <a:xfrm>
            <a:off x="950967" y="593367"/>
            <a:ext cx="10290400" cy="763600"/>
          </a:xfrm>
        </p:spPr>
        <p:txBody>
          <a:bodyPr/>
          <a:lstStyle/>
          <a:p>
            <a:r>
              <a:rPr lang="en" sz="4700" b="1">
                <a:latin typeface="Avenir Next LT Pro"/>
              </a:rPr>
              <a:t>Segment 1 Results/Insights</a:t>
            </a:r>
            <a:endParaRPr lang="en-US"/>
          </a:p>
        </p:txBody>
      </p:sp>
      <p:sp>
        <p:nvSpPr>
          <p:cNvPr id="5" name="Text Placeholder 2">
            <a:extLst>
              <a:ext uri="{FF2B5EF4-FFF2-40B4-BE49-F238E27FC236}">
                <a16:creationId xmlns:a16="http://schemas.microsoft.com/office/drawing/2014/main" id="{3C91F5B9-476A-3334-5F55-D19DDB05DD2C}"/>
              </a:ext>
            </a:extLst>
          </p:cNvPr>
          <p:cNvSpPr txBox="1">
            <a:spLocks/>
          </p:cNvSpPr>
          <p:nvPr/>
        </p:nvSpPr>
        <p:spPr>
          <a:xfrm>
            <a:off x="950967" y="1843085"/>
            <a:ext cx="3996171" cy="3028658"/>
          </a:xfrm>
          <a:prstGeom prst="rect">
            <a:avLst/>
          </a:prstGeom>
          <a:ln>
            <a:solidFill>
              <a:schemeClr val="tx1"/>
            </a:solidFill>
          </a:ln>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177800" algn="ctr"/>
            <a:r>
              <a:rPr lang="en-US" sz="2000" b="1" u="sng" kern="0">
                <a:solidFill>
                  <a:schemeClr val="tx1"/>
                </a:solidFill>
                <a:latin typeface="Arimo" panose="020B0604020202020204"/>
              </a:rPr>
              <a:t>Solo Nearby Travelers</a:t>
            </a:r>
            <a:endParaRPr lang="en-US" sz="2000" kern="0">
              <a:solidFill>
                <a:schemeClr val="tx1"/>
              </a:solidFill>
              <a:latin typeface="Arimo"/>
            </a:endParaRPr>
          </a:p>
          <a:p>
            <a:pPr marL="177800"/>
            <a:endParaRPr lang="en-US" sz="2000" kern="0">
              <a:solidFill>
                <a:schemeClr val="tx1"/>
              </a:solidFill>
              <a:latin typeface="Arimo"/>
            </a:endParaRPr>
          </a:p>
          <a:p>
            <a:pPr marL="177800"/>
            <a:r>
              <a:rPr lang="en-US" sz="1800" kern="0">
                <a:solidFill>
                  <a:schemeClr val="tx1"/>
                </a:solidFill>
                <a:latin typeface="Arimo"/>
              </a:rPr>
              <a:t>1. Primarily solo travelers, typically unaccompanied by additional </a:t>
            </a:r>
          </a:p>
          <a:p>
            <a:pPr marL="177800"/>
            <a:r>
              <a:rPr lang="en-US" sz="1800" kern="0">
                <a:solidFill>
                  <a:schemeClr val="tx1"/>
                </a:solidFill>
                <a:latin typeface="Arimo"/>
              </a:rPr>
              <a:t>adults </a:t>
            </a:r>
            <a:r>
              <a:rPr lang="en-US" sz="1800" kern="0">
                <a:solidFill>
                  <a:schemeClr val="tx1"/>
                </a:solidFill>
                <a:latin typeface="Arimo"/>
                <a:sym typeface="Wingdings" panose="05000000000000000000" pitchFamily="2" charset="2"/>
              </a:rPr>
              <a:t> </a:t>
            </a:r>
            <a:r>
              <a:rPr lang="en-US" sz="1800" kern="0">
                <a:solidFill>
                  <a:schemeClr val="tx1"/>
                </a:solidFill>
                <a:latin typeface="Arimo"/>
              </a:rPr>
              <a:t>-0.15 </a:t>
            </a:r>
            <a:r>
              <a:rPr lang="en-US" sz="1800" kern="0" err="1">
                <a:solidFill>
                  <a:schemeClr val="tx1"/>
                </a:solidFill>
                <a:latin typeface="Arimo"/>
              </a:rPr>
              <a:t>srch_adult_count</a:t>
            </a:r>
            <a:endParaRPr lang="en-US" sz="1800" kern="0">
              <a:solidFill>
                <a:schemeClr val="tx1"/>
              </a:solidFill>
              <a:latin typeface="Arimo"/>
            </a:endParaRPr>
          </a:p>
          <a:p>
            <a:pPr marL="177800"/>
            <a:endParaRPr lang="en-US" sz="1800" kern="0">
              <a:solidFill>
                <a:schemeClr val="tx1"/>
              </a:solidFill>
              <a:latin typeface="Arimo"/>
            </a:endParaRPr>
          </a:p>
          <a:p>
            <a:pPr marL="177800"/>
            <a:r>
              <a:rPr lang="en-US" sz="1800" kern="0">
                <a:solidFill>
                  <a:schemeClr val="tx1"/>
                </a:solidFill>
                <a:latin typeface="Arimo"/>
              </a:rPr>
              <a:t>2. Prefer short distance trips, indicating a tendency to stay close to home </a:t>
            </a:r>
            <a:r>
              <a:rPr lang="en-US" sz="1800" kern="0">
                <a:solidFill>
                  <a:schemeClr val="tx1"/>
                </a:solidFill>
                <a:latin typeface="Arimo"/>
                <a:sym typeface="Wingdings" panose="05000000000000000000" pitchFamily="2" charset="2"/>
              </a:rPr>
              <a:t> </a:t>
            </a:r>
            <a:r>
              <a:rPr lang="en-US" sz="1800" kern="0">
                <a:solidFill>
                  <a:schemeClr val="tx1"/>
                </a:solidFill>
                <a:latin typeface="Arimo"/>
              </a:rPr>
              <a:t>-</a:t>
            </a:r>
            <a:r>
              <a:rPr lang="en-US" sz="1800" kern="0">
                <a:solidFill>
                  <a:schemeClr val="tx1"/>
                </a:solidFill>
                <a:latin typeface="Arimo"/>
                <a:cs typeface="Segoe UI"/>
              </a:rPr>
              <a:t>0.004 </a:t>
            </a:r>
            <a:r>
              <a:rPr lang="en-US" sz="1800" kern="0" err="1">
                <a:solidFill>
                  <a:schemeClr val="tx1"/>
                </a:solidFill>
                <a:latin typeface="Arimo"/>
                <a:cs typeface="Segoe UI"/>
              </a:rPr>
              <a:t>orig_destination_distance</a:t>
            </a:r>
            <a:endParaRPr lang="en-US" sz="1800" kern="0">
              <a:solidFill>
                <a:schemeClr val="tx1"/>
              </a:solidFill>
              <a:latin typeface="Arimo"/>
            </a:endParaRPr>
          </a:p>
        </p:txBody>
      </p:sp>
      <p:sp>
        <p:nvSpPr>
          <p:cNvPr id="12" name="TextBox 11">
            <a:extLst>
              <a:ext uri="{FF2B5EF4-FFF2-40B4-BE49-F238E27FC236}">
                <a16:creationId xmlns:a16="http://schemas.microsoft.com/office/drawing/2014/main" id="{9296CFC8-8E8F-7E68-B486-FBCC30CA5D14}"/>
              </a:ext>
            </a:extLst>
          </p:cNvPr>
          <p:cNvSpPr txBox="1"/>
          <p:nvPr/>
        </p:nvSpPr>
        <p:spPr>
          <a:xfrm>
            <a:off x="5150333" y="1843085"/>
            <a:ext cx="6090700" cy="1246495"/>
          </a:xfrm>
          <a:prstGeom prst="rect">
            <a:avLst/>
          </a:prstGeom>
          <a:noFill/>
          <a:ln>
            <a:solidFill>
              <a:schemeClr val="tx1"/>
            </a:solidFill>
          </a:ln>
        </p:spPr>
        <p:txBody>
          <a:bodyPr wrap="square" lIns="91440" tIns="45720" rIns="91440" bIns="45720" anchor="t">
            <a:spAutoFit/>
          </a:bodyPr>
          <a:lstStyle/>
          <a:p>
            <a:r>
              <a:rPr lang="en-US" sz="1500" b="0" i="0">
                <a:solidFill>
                  <a:srgbClr val="000000"/>
                </a:solidFill>
                <a:effectLst/>
                <a:latin typeface="Arimo" panose="020B0604020202020204"/>
              </a:rPr>
              <a:t>𝑏𝑜𝑜𝑘 = 0.02 + (−0.31</a:t>
            </a:r>
            <a:r>
              <a:rPr lang="en-US" sz="1500">
                <a:solidFill>
                  <a:srgbClr val="000000"/>
                </a:solidFill>
                <a:latin typeface="Arimo" panose="020B0604020202020204"/>
              </a:rPr>
              <a:t>*</a:t>
            </a:r>
            <a:r>
              <a:rPr lang="en-US" sz="1500" b="0" i="0">
                <a:solidFill>
                  <a:srgbClr val="000000"/>
                </a:solidFill>
                <a:effectLst/>
                <a:latin typeface="Arimo" panose="020B0604020202020204"/>
              </a:rPr>
              <a:t>𝑝𝑟𝑖𝑐𝑒_𝑢𝑠𝑑) + (−0.17</a:t>
            </a:r>
            <a:r>
              <a:rPr lang="en-US" sz="1500">
                <a:solidFill>
                  <a:srgbClr val="000000"/>
                </a:solidFill>
                <a:latin typeface="Arimo" panose="020B0604020202020204"/>
              </a:rPr>
              <a:t>*</a:t>
            </a:r>
            <a:r>
              <a:rPr lang="en-US" sz="1500" b="0" i="0">
                <a:solidFill>
                  <a:srgbClr val="000000"/>
                </a:solidFill>
                <a:effectLst/>
                <a:latin typeface="Arimo" panose="020B0604020202020204"/>
              </a:rPr>
              <a:t>𝑠𝑟𝑐ℎ_ 𝑙𝑒𝑛𝑔𝑡ℎ_ 𝑜𝑓_ 𝑠𝑡𝑎𝑦) + </a:t>
            </a:r>
          </a:p>
          <a:p>
            <a:r>
              <a:rPr lang="en-US" sz="1500">
                <a:solidFill>
                  <a:srgbClr val="000000"/>
                </a:solidFill>
                <a:latin typeface="Arimo" panose="020B0604020202020204"/>
              </a:rPr>
              <a:t>           </a:t>
            </a:r>
            <a:r>
              <a:rPr lang="en-US" sz="1500" b="0" i="0">
                <a:solidFill>
                  <a:srgbClr val="000000"/>
                </a:solidFill>
                <a:effectLst/>
                <a:latin typeface="Arimo" panose="020B0604020202020204"/>
              </a:rPr>
              <a:t>(−0.15</a:t>
            </a:r>
            <a:r>
              <a:rPr lang="en-US" sz="1500">
                <a:solidFill>
                  <a:srgbClr val="000000"/>
                </a:solidFill>
                <a:latin typeface="Arimo" panose="020B0604020202020204"/>
              </a:rPr>
              <a:t>*</a:t>
            </a:r>
            <a:r>
              <a:rPr lang="en-US" sz="1500" b="0" i="0">
                <a:solidFill>
                  <a:srgbClr val="000000"/>
                </a:solidFill>
                <a:effectLst/>
                <a:latin typeface="Arimo" panose="020B0604020202020204"/>
              </a:rPr>
              <a:t>𝑠𝑟𝑐ℎ_ 𝑎𝑑𝑢𝑙𝑡𝑠_ 𝑐𝑜𝑢𝑛𝑡) + (0.02</a:t>
            </a:r>
            <a:r>
              <a:rPr lang="en-US" sz="1500">
                <a:solidFill>
                  <a:srgbClr val="000000"/>
                </a:solidFill>
                <a:latin typeface="Arimo" panose="020B0604020202020204"/>
              </a:rPr>
              <a:t>*</a:t>
            </a:r>
            <a:r>
              <a:rPr lang="en-US" sz="1500" b="0" i="0">
                <a:solidFill>
                  <a:srgbClr val="000000"/>
                </a:solidFill>
                <a:effectLst/>
                <a:latin typeface="Arimo" panose="020B0604020202020204"/>
              </a:rPr>
              <a:t>𝑠𝑟𝑐ℎ_ 𝑐ℎ𝑖𝑙𝑑𝑟𝑒𝑛_ 𝑐𝑜𝑢𝑛𝑡) + </a:t>
            </a:r>
          </a:p>
          <a:p>
            <a:r>
              <a:rPr lang="en-US" sz="1500">
                <a:solidFill>
                  <a:srgbClr val="000000"/>
                </a:solidFill>
                <a:latin typeface="Arimo" panose="020B0604020202020204"/>
              </a:rPr>
              <a:t>           </a:t>
            </a:r>
            <a:r>
              <a:rPr lang="en-US" sz="1500" b="0" i="0">
                <a:solidFill>
                  <a:srgbClr val="000000"/>
                </a:solidFill>
                <a:effectLst/>
                <a:latin typeface="Arimo" panose="020B0604020202020204"/>
              </a:rPr>
              <a:t>(0.07</a:t>
            </a:r>
            <a:r>
              <a:rPr lang="en-US" sz="1500">
                <a:solidFill>
                  <a:srgbClr val="000000"/>
                </a:solidFill>
                <a:latin typeface="Arimo" panose="020B0604020202020204"/>
              </a:rPr>
              <a:t>*</a:t>
            </a:r>
            <a:r>
              <a:rPr lang="en-US" sz="1500" b="0" i="0">
                <a:solidFill>
                  <a:srgbClr val="000000"/>
                </a:solidFill>
                <a:effectLst/>
                <a:latin typeface="Arimo" panose="020B0604020202020204"/>
              </a:rPr>
              <a:t>𝑠𝑟𝑐ℎ_ 𝑟𝑜𝑜𝑚_𝑜𝑢𝑛𝑡) + </a:t>
            </a:r>
            <a:r>
              <a:rPr lang="en-US" sz="1500">
                <a:solidFill>
                  <a:srgbClr val="000000"/>
                </a:solidFill>
                <a:latin typeface="Arimo" panose="020B0604020202020204"/>
              </a:rPr>
              <a:t>(-0.004*</a:t>
            </a:r>
            <a:r>
              <a:rPr lang="en-US" sz="1500" b="0" i="0">
                <a:solidFill>
                  <a:srgbClr val="000000"/>
                </a:solidFill>
                <a:effectLst/>
                <a:latin typeface="Arimo" panose="020B0604020202020204"/>
              </a:rPr>
              <a:t>𝑜𝑟𝑖𝑔_ 𝑑𝑒𝑠𝑡𝑖𝑛𝑎𝑡𝑖𝑜𝑛_ 𝑑𝑖𝑠𝑡𝑎𝑛𝑐𝑒) + </a:t>
            </a:r>
          </a:p>
          <a:p>
            <a:r>
              <a:rPr lang="en-US" sz="1500" b="0" i="0">
                <a:solidFill>
                  <a:srgbClr val="000000"/>
                </a:solidFill>
                <a:effectLst/>
                <a:latin typeface="Arimo" panose="020B0604020202020204"/>
              </a:rPr>
              <a:t>           (0.24</a:t>
            </a:r>
            <a:r>
              <a:rPr lang="en-US" sz="1500">
                <a:solidFill>
                  <a:srgbClr val="000000"/>
                </a:solidFill>
                <a:latin typeface="Arimo" panose="020B0604020202020204"/>
              </a:rPr>
              <a:t>* </a:t>
            </a:r>
            <a:r>
              <a:rPr lang="en-US" sz="1500" b="0" i="0">
                <a:solidFill>
                  <a:srgbClr val="000000"/>
                </a:solidFill>
                <a:effectLst/>
                <a:latin typeface="Arimo" panose="020B0604020202020204"/>
              </a:rPr>
              <a:t>𝑝𝑟𝑜𝑝_ 𝑠𝑡𝑟𝑟𝑎𝑡𝑖𝑛𝑔) + (0.14</a:t>
            </a:r>
            <a:r>
              <a:rPr lang="en-US" sz="1500">
                <a:solidFill>
                  <a:srgbClr val="000000"/>
                </a:solidFill>
                <a:latin typeface="Arimo" panose="020B0604020202020204"/>
              </a:rPr>
              <a:t>* </a:t>
            </a:r>
            <a:r>
              <a:rPr lang="en-US" sz="1500" b="0" i="0">
                <a:solidFill>
                  <a:srgbClr val="000000"/>
                </a:solidFill>
                <a:effectLst/>
                <a:latin typeface="Arimo" panose="020B0604020202020204"/>
              </a:rPr>
              <a:t>𝑝𝑟𝑜𝑝_ 𝑟𝑒𝑣𝑖𝑒𝑤_ 𝑠𝑐𝑜𝑟𝑒) +</a:t>
            </a:r>
          </a:p>
          <a:p>
            <a:r>
              <a:rPr lang="en-US" sz="1500">
                <a:solidFill>
                  <a:srgbClr val="000000"/>
                </a:solidFill>
                <a:latin typeface="Arimo" panose="020B0604020202020204"/>
              </a:rPr>
              <a:t>           </a:t>
            </a:r>
            <a:r>
              <a:rPr lang="en-US" sz="1500" b="0" i="0">
                <a:solidFill>
                  <a:srgbClr val="000000"/>
                </a:solidFill>
                <a:effectLst/>
                <a:latin typeface="Arimo" panose="020B0604020202020204"/>
              </a:rPr>
              <a:t>(0.29</a:t>
            </a:r>
            <a:r>
              <a:rPr lang="en-US" sz="1500">
                <a:solidFill>
                  <a:srgbClr val="000000"/>
                </a:solidFill>
                <a:latin typeface="Arimo" panose="020B0604020202020204"/>
              </a:rPr>
              <a:t>*</a:t>
            </a:r>
            <a:r>
              <a:rPr lang="en-US" sz="1500" b="0" i="0">
                <a:solidFill>
                  <a:srgbClr val="000000"/>
                </a:solidFill>
                <a:effectLst/>
                <a:latin typeface="Arimo" panose="020B0604020202020204"/>
              </a:rPr>
              <a:t>𝑝𝑟𝑜𝑚𝑜𝑡𝑖𝑜𝑛_ 𝑓𝑙𝑎𝑔) + (−0.02</a:t>
            </a:r>
            <a:r>
              <a:rPr lang="en-US" sz="1500">
                <a:solidFill>
                  <a:srgbClr val="000000"/>
                </a:solidFill>
                <a:latin typeface="Arimo" panose="020B0604020202020204"/>
              </a:rPr>
              <a:t>*</a:t>
            </a:r>
            <a:r>
              <a:rPr lang="en-US" sz="1500" b="0" i="0">
                <a:solidFill>
                  <a:srgbClr val="000000"/>
                </a:solidFill>
                <a:effectLst/>
                <a:latin typeface="Arimo" panose="020B0604020202020204"/>
              </a:rPr>
              <a:t>𝑠𝑟𝑐ℎ_ 𝑠𝑎𝑡𝑢𝑟𝑑𝑎𝑦_ 𝑛𝑖𝑔ℎ𝑡_ 𝑏𝑜𝑜𝑙) </a:t>
            </a:r>
            <a:endParaRPr lang="en-US" sz="1500">
              <a:latin typeface="Arimo" panose="020B0604020202020204"/>
            </a:endParaRPr>
          </a:p>
        </p:txBody>
      </p:sp>
      <p:pic>
        <p:nvPicPr>
          <p:cNvPr id="2" name="Picture 1" descr="A graph of a bar graph&#10;&#10;AI-generated content may be incorrect.">
            <a:extLst>
              <a:ext uri="{FF2B5EF4-FFF2-40B4-BE49-F238E27FC236}">
                <a16:creationId xmlns:a16="http://schemas.microsoft.com/office/drawing/2014/main" id="{4EC96F7A-BC35-9586-771A-B5F424A4DB4A}"/>
              </a:ext>
            </a:extLst>
          </p:cNvPr>
          <p:cNvPicPr>
            <a:picLocks noChangeAspect="1"/>
          </p:cNvPicPr>
          <p:nvPr/>
        </p:nvPicPr>
        <p:blipFill>
          <a:blip r:embed="rId3"/>
          <a:stretch>
            <a:fillRect/>
          </a:stretch>
        </p:blipFill>
        <p:spPr>
          <a:xfrm>
            <a:off x="5150332" y="3154051"/>
            <a:ext cx="6090699" cy="3365681"/>
          </a:xfrm>
          <a:prstGeom prst="rect">
            <a:avLst/>
          </a:prstGeom>
        </p:spPr>
      </p:pic>
    </p:spTree>
    <p:extLst>
      <p:ext uri="{BB962C8B-B14F-4D97-AF65-F5344CB8AC3E}">
        <p14:creationId xmlns:p14="http://schemas.microsoft.com/office/powerpoint/2010/main" val="3821980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D7D0E-5667-1463-BB18-E5E42D6BC0F0}"/>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20CFE564-0930-EEE9-506A-0F109A0D6B38}"/>
              </a:ext>
            </a:extLst>
          </p:cNvPr>
          <p:cNvSpPr>
            <a:spLocks noGrp="1"/>
          </p:cNvSpPr>
          <p:nvPr>
            <p:ph type="title"/>
          </p:nvPr>
        </p:nvSpPr>
        <p:spPr>
          <a:xfrm>
            <a:off x="950967" y="593367"/>
            <a:ext cx="10290400" cy="763600"/>
          </a:xfrm>
        </p:spPr>
        <p:txBody>
          <a:bodyPr/>
          <a:lstStyle/>
          <a:p>
            <a:r>
              <a:rPr lang="en" sz="4700" b="1">
                <a:latin typeface="Avenir Next LT Pro"/>
              </a:rPr>
              <a:t>Segment 2 Results/Insights</a:t>
            </a:r>
            <a:endParaRPr lang="en-US"/>
          </a:p>
        </p:txBody>
      </p:sp>
      <p:sp>
        <p:nvSpPr>
          <p:cNvPr id="5" name="Text Placeholder 2">
            <a:extLst>
              <a:ext uri="{FF2B5EF4-FFF2-40B4-BE49-F238E27FC236}">
                <a16:creationId xmlns:a16="http://schemas.microsoft.com/office/drawing/2014/main" id="{4CFFCE26-4A9E-C597-92D0-60F3ED2BCE22}"/>
              </a:ext>
            </a:extLst>
          </p:cNvPr>
          <p:cNvSpPr txBox="1">
            <a:spLocks/>
          </p:cNvSpPr>
          <p:nvPr/>
        </p:nvSpPr>
        <p:spPr>
          <a:xfrm>
            <a:off x="950967" y="1843085"/>
            <a:ext cx="3996171" cy="2244361"/>
          </a:xfrm>
          <a:prstGeom prst="rect">
            <a:avLst/>
          </a:prstGeom>
          <a:ln>
            <a:solidFill>
              <a:schemeClr val="tx1"/>
            </a:solidFill>
          </a:ln>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17780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0" cap="none" spc="0" normalizeH="0" baseline="0" noProof="0">
                <a:ln>
                  <a:noFill/>
                </a:ln>
                <a:solidFill>
                  <a:srgbClr val="2C2C2C"/>
                </a:solidFill>
                <a:effectLst/>
                <a:uLnTx/>
                <a:uFillTx/>
                <a:latin typeface="Arimo" panose="020B0604020202020204"/>
                <a:ea typeface="+mn-ea"/>
                <a:cs typeface="+mn-cs"/>
              </a:rPr>
              <a:t>Price-Sensitive Budget Travelers</a:t>
            </a:r>
          </a:p>
          <a:p>
            <a:pPr marL="17780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2C2C2C"/>
              </a:solidFill>
              <a:effectLst/>
              <a:uLnTx/>
              <a:uFillTx/>
              <a:latin typeface="Arimo" panose="020B0604020202020204"/>
              <a:ea typeface="+mn-ea"/>
              <a:cs typeface="+mn-cs"/>
            </a:endParaRPr>
          </a:p>
          <a:p>
            <a:pPr marL="17780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2C2C2C"/>
                </a:solidFill>
                <a:effectLst/>
                <a:uLnTx/>
                <a:uFillTx/>
                <a:latin typeface="Arimo" panose="020B0604020202020204"/>
                <a:ea typeface="+mn-ea"/>
                <a:cs typeface="+mn-cs"/>
              </a:rPr>
              <a:t>1. Most price sensitive segment </a:t>
            </a:r>
          </a:p>
          <a:p>
            <a:pPr marL="17780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2C2C2C"/>
                </a:solidFill>
                <a:effectLst/>
                <a:uLnTx/>
                <a:uFillTx/>
                <a:latin typeface="Arimo" panose="020B0604020202020204"/>
                <a:ea typeface="+mn-ea"/>
                <a:cs typeface="+mn-cs"/>
                <a:sym typeface="Wingdings" panose="05000000000000000000" pitchFamily="2" charset="2"/>
              </a:rPr>
              <a:t> -0.52 </a:t>
            </a:r>
            <a:r>
              <a:rPr kumimoji="0" lang="en-US" sz="1800" b="0" i="0" u="none" strike="noStrike" kern="0" cap="none" spc="0" normalizeH="0" baseline="0" noProof="0" err="1">
                <a:ln>
                  <a:noFill/>
                </a:ln>
                <a:solidFill>
                  <a:srgbClr val="2C2C2C"/>
                </a:solidFill>
                <a:effectLst/>
                <a:uLnTx/>
                <a:uFillTx/>
                <a:latin typeface="Arimo" panose="020B0604020202020204"/>
                <a:ea typeface="+mn-ea"/>
                <a:cs typeface="+mn-cs"/>
                <a:sym typeface="Wingdings" panose="05000000000000000000" pitchFamily="2" charset="2"/>
              </a:rPr>
              <a:t>price_usd</a:t>
            </a:r>
            <a:endParaRPr kumimoji="0" lang="en-US" sz="1800" b="0" i="0" u="none" strike="noStrike" kern="0" cap="none" spc="0" normalizeH="0" baseline="0" noProof="0">
              <a:ln>
                <a:noFill/>
              </a:ln>
              <a:solidFill>
                <a:srgbClr val="2C2C2C"/>
              </a:solidFill>
              <a:effectLst/>
              <a:uLnTx/>
              <a:uFillTx/>
              <a:latin typeface="Arimo" panose="020B0604020202020204"/>
              <a:ea typeface="+mn-ea"/>
              <a:cs typeface="+mn-cs"/>
              <a:sym typeface="Wingdings" panose="05000000000000000000" pitchFamily="2" charset="2"/>
            </a:endParaRPr>
          </a:p>
          <a:p>
            <a:pPr marL="1778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C2C2C"/>
              </a:solidFill>
              <a:effectLst/>
              <a:uLnTx/>
              <a:uFillTx/>
              <a:latin typeface="Arimo" panose="020B0604020202020204"/>
              <a:ea typeface="+mn-ea"/>
              <a:cs typeface="+mn-cs"/>
            </a:endParaRPr>
          </a:p>
          <a:p>
            <a:pPr marL="17780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2C2C2C"/>
                </a:solidFill>
                <a:effectLst/>
                <a:uLnTx/>
                <a:uFillTx/>
                <a:latin typeface="Arimo" panose="020B0604020202020204"/>
                <a:ea typeface="+mn-ea"/>
                <a:cs typeface="+mn-cs"/>
              </a:rPr>
              <a:t>2. Least concerned about the review score </a:t>
            </a:r>
            <a:r>
              <a:rPr kumimoji="0" lang="en-US" sz="1800" b="0" i="0" u="none" strike="noStrike" kern="0" cap="none" spc="0" normalizeH="0" baseline="0" noProof="0">
                <a:ln>
                  <a:noFill/>
                </a:ln>
                <a:solidFill>
                  <a:srgbClr val="2C2C2C"/>
                </a:solidFill>
                <a:effectLst/>
                <a:uLnTx/>
                <a:uFillTx/>
                <a:latin typeface="Arimo" panose="020B0604020202020204"/>
                <a:ea typeface="+mn-ea"/>
                <a:cs typeface="+mn-cs"/>
                <a:sym typeface="Wingdings" panose="05000000000000000000" pitchFamily="2" charset="2"/>
              </a:rPr>
              <a:t> -0.03 </a:t>
            </a:r>
            <a:r>
              <a:rPr kumimoji="0" lang="en-US" sz="1800" b="0" i="0" u="none" strike="noStrike" kern="0" cap="none" spc="0" normalizeH="0" baseline="0" noProof="0" err="1">
                <a:ln>
                  <a:noFill/>
                </a:ln>
                <a:solidFill>
                  <a:srgbClr val="2C2C2C"/>
                </a:solidFill>
                <a:effectLst/>
                <a:uLnTx/>
                <a:uFillTx/>
                <a:latin typeface="Arimo" panose="020B0604020202020204"/>
                <a:ea typeface="+mn-ea"/>
                <a:cs typeface="+mn-cs"/>
                <a:sym typeface="Wingdings" panose="05000000000000000000" pitchFamily="2" charset="2"/>
              </a:rPr>
              <a:t>prop_review_score</a:t>
            </a:r>
            <a:endParaRPr kumimoji="0" lang="en-US" sz="1800" b="0" i="0" u="none" strike="noStrike" kern="0" cap="none" spc="0" normalizeH="0" baseline="0" noProof="0">
              <a:ln>
                <a:noFill/>
              </a:ln>
              <a:solidFill>
                <a:srgbClr val="2C2C2C"/>
              </a:solidFill>
              <a:effectLst/>
              <a:uLnTx/>
              <a:uFillTx/>
              <a:latin typeface="Arimo" panose="020B0604020202020204"/>
              <a:ea typeface="+mn-ea"/>
              <a:cs typeface="+mn-cs"/>
            </a:endParaRPr>
          </a:p>
        </p:txBody>
      </p:sp>
      <p:sp>
        <p:nvSpPr>
          <p:cNvPr id="12" name="TextBox 11">
            <a:extLst>
              <a:ext uri="{FF2B5EF4-FFF2-40B4-BE49-F238E27FC236}">
                <a16:creationId xmlns:a16="http://schemas.microsoft.com/office/drawing/2014/main" id="{FCD031D9-BB5E-D4E8-E12C-170047A442DA}"/>
              </a:ext>
            </a:extLst>
          </p:cNvPr>
          <p:cNvSpPr txBox="1"/>
          <p:nvPr/>
        </p:nvSpPr>
        <p:spPr>
          <a:xfrm>
            <a:off x="5150333" y="1843085"/>
            <a:ext cx="6090700" cy="1477328"/>
          </a:xfrm>
          <a:prstGeom prst="rect">
            <a:avLst/>
          </a:prstGeom>
          <a:noFill/>
          <a:ln>
            <a:solidFill>
              <a:schemeClr val="tx1"/>
            </a:solidFill>
          </a:ln>
        </p:spPr>
        <p:txBody>
          <a:bodyPr wrap="square" lIns="91440" tIns="45720" rIns="91440" bIns="45720" anchor="t">
            <a:spAutoFit/>
          </a:bodyPr>
          <a:lstStyle/>
          <a:p>
            <a:r>
              <a:rPr lang="en-US" sz="1500">
                <a:latin typeface="Arimo" panose="020B0604020202020204"/>
              </a:rPr>
              <a:t>𝑏𝑜𝑜𝑘 = 0.02 + (−0.52*𝑝𝑟𝑖𝑐𝑒_𝑢𝑠𝑑) + (−0.16*𝑠𝑟𝑐ℎ_ 𝑙𝑒𝑛𝑔𝑡ℎ_ 𝑜𝑓_ 𝑠𝑡𝑎𝑦) + </a:t>
            </a:r>
          </a:p>
          <a:p>
            <a:r>
              <a:rPr lang="en-US" sz="1500">
                <a:latin typeface="Arimo" panose="020B0604020202020204"/>
              </a:rPr>
              <a:t>              (−0.03*𝑠𝑟𝑐ℎ _ 𝑎𝑑𝑢𝑙𝑡𝑠_ 𝑐𝑜𝑢𝑛𝑡) + (−0.01*𝑠𝑟𝑐ℎ_ 𝑐ℎ𝑖𝑙𝑑𝑟𝑒𝑛_ 𝑐𝑜𝑢𝑛𝑡) + </a:t>
            </a:r>
          </a:p>
          <a:p>
            <a:r>
              <a:rPr lang="en-US" sz="1500">
                <a:latin typeface="Arimo" panose="020B0604020202020204"/>
              </a:rPr>
              <a:t>              (−0.01*𝑠𝑟𝑐ℎ_ 𝑟𝑜𝑜𝑚_ 𝑐𝑜𝑢𝑛𝑡) + </a:t>
            </a:r>
          </a:p>
          <a:p>
            <a:r>
              <a:rPr lang="en-US" sz="1500">
                <a:latin typeface="Arimo" panose="020B0604020202020204"/>
              </a:rPr>
              <a:t>              (0.01*𝑜𝑟𝑖𝑔 _ 𝑑𝑒𝑠𝑡𝑖𝑛𝑎𝑡𝑖𝑜𝑛_𝑑𝑖𝑠𝑡𝑎𝑛𝑐𝑒) + (0.23*𝑝𝑟𝑜𝑝_ 𝑠𝑡𝑎𝑟𝑟𝑎𝑡𝑖𝑛𝑔) + </a:t>
            </a:r>
          </a:p>
          <a:p>
            <a:r>
              <a:rPr lang="en-US" sz="1500">
                <a:latin typeface="Arimo" panose="020B0604020202020204"/>
              </a:rPr>
              <a:t>              (−0.03*𝑝𝑟𝑜𝑝_ 𝑟𝑒𝑣𝑖𝑒𝑤_ 𝑠𝑐𝑜𝑟𝑒) + ( 0.38*𝑝𝑟𝑜𝑚𝑜𝑡𝑖𝑜𝑛_ 𝑓𝑙𝑎𝑔) + </a:t>
            </a:r>
          </a:p>
          <a:p>
            <a:r>
              <a:rPr lang="en-US" sz="1500">
                <a:latin typeface="Arimo" panose="020B0604020202020204"/>
              </a:rPr>
              <a:t>              (0.05*𝑠𝑟𝑐ℎ_𝑠𝑎𝑡𝑢𝑟𝑑𝑎𝑦_ 𝑛𝑖𝑔ℎ𝑡_ 𝑏𝑜𝑜𝑙)</a:t>
            </a:r>
            <a:r>
              <a:rPr lang="en-US" sz="1500">
                <a:latin typeface="Arimo" panose="020B0604020202020204"/>
                <a:ea typeface="Aptos"/>
                <a:cs typeface="Aptos"/>
              </a:rPr>
              <a:t> </a:t>
            </a:r>
            <a:endParaRPr lang="en-US" sz="1500">
              <a:latin typeface="Arimo" panose="020B0604020202020204"/>
            </a:endParaRPr>
          </a:p>
        </p:txBody>
      </p:sp>
      <p:pic>
        <p:nvPicPr>
          <p:cNvPr id="4" name="Picture 3" descr="A graph of a bar graph&#10;&#10;AI-generated content may be incorrect.">
            <a:extLst>
              <a:ext uri="{FF2B5EF4-FFF2-40B4-BE49-F238E27FC236}">
                <a16:creationId xmlns:a16="http://schemas.microsoft.com/office/drawing/2014/main" id="{B8A70295-F648-B12D-C424-34C877E5362D}"/>
              </a:ext>
            </a:extLst>
          </p:cNvPr>
          <p:cNvPicPr>
            <a:picLocks noChangeAspect="1"/>
          </p:cNvPicPr>
          <p:nvPr/>
        </p:nvPicPr>
        <p:blipFill>
          <a:blip r:embed="rId3"/>
          <a:stretch>
            <a:fillRect/>
          </a:stretch>
        </p:blipFill>
        <p:spPr>
          <a:xfrm>
            <a:off x="5330087" y="3429000"/>
            <a:ext cx="5734068" cy="3167185"/>
          </a:xfrm>
          <a:prstGeom prst="rect">
            <a:avLst/>
          </a:prstGeom>
        </p:spPr>
      </p:pic>
    </p:spTree>
    <p:extLst>
      <p:ext uri="{BB962C8B-B14F-4D97-AF65-F5344CB8AC3E}">
        <p14:creationId xmlns:p14="http://schemas.microsoft.com/office/powerpoint/2010/main" val="843629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E59F2-E029-DC33-546F-800C35078DCB}"/>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83402AC-0C6E-B4D3-5CA9-8C5A107DB91A}"/>
              </a:ext>
            </a:extLst>
          </p:cNvPr>
          <p:cNvSpPr>
            <a:spLocks noGrp="1"/>
          </p:cNvSpPr>
          <p:nvPr>
            <p:ph type="title"/>
          </p:nvPr>
        </p:nvSpPr>
        <p:spPr>
          <a:xfrm>
            <a:off x="950967" y="593367"/>
            <a:ext cx="10290400" cy="763600"/>
          </a:xfrm>
        </p:spPr>
        <p:txBody>
          <a:bodyPr/>
          <a:lstStyle/>
          <a:p>
            <a:r>
              <a:rPr lang="en" sz="4700" b="1">
                <a:latin typeface="Avenir Next LT Pro"/>
              </a:rPr>
              <a:t>Segment 3 Results/Insights</a:t>
            </a:r>
            <a:endParaRPr lang="en-US"/>
          </a:p>
        </p:txBody>
      </p:sp>
      <p:sp>
        <p:nvSpPr>
          <p:cNvPr id="5" name="Text Placeholder 2">
            <a:extLst>
              <a:ext uri="{FF2B5EF4-FFF2-40B4-BE49-F238E27FC236}">
                <a16:creationId xmlns:a16="http://schemas.microsoft.com/office/drawing/2014/main" id="{809CDA68-F663-0B4D-8D90-B6A79A4A2126}"/>
              </a:ext>
            </a:extLst>
          </p:cNvPr>
          <p:cNvSpPr txBox="1">
            <a:spLocks/>
          </p:cNvSpPr>
          <p:nvPr/>
        </p:nvSpPr>
        <p:spPr>
          <a:xfrm>
            <a:off x="950967" y="1843085"/>
            <a:ext cx="3996171" cy="4651500"/>
          </a:xfrm>
          <a:prstGeom prst="rect">
            <a:avLst/>
          </a:prstGeom>
          <a:ln>
            <a:solidFill>
              <a:schemeClr val="tx1"/>
            </a:solidFill>
          </a:ln>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17780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0" cap="none" spc="0" normalizeH="0" baseline="0" noProof="0">
                <a:ln>
                  <a:noFill/>
                </a:ln>
                <a:solidFill>
                  <a:srgbClr val="2C2C2C"/>
                </a:solidFill>
                <a:effectLst/>
                <a:uLnTx/>
                <a:uFillTx/>
                <a:latin typeface="Arimo"/>
                <a:ea typeface="+mn-ea"/>
                <a:cs typeface="+mn-cs"/>
                <a:sym typeface="Arimo"/>
              </a:rPr>
              <a:t>Adult-Only Promotion and Quality Seeking Travelers</a:t>
            </a:r>
            <a:endParaRPr kumimoji="0" lang="en-US" sz="2000" b="0" i="0" u="none" strike="noStrike" kern="0" cap="none" spc="0" normalizeH="0" baseline="0" noProof="0">
              <a:ln>
                <a:noFill/>
              </a:ln>
              <a:solidFill>
                <a:srgbClr val="2C2C2C"/>
              </a:solidFill>
              <a:effectLst/>
              <a:uLnTx/>
              <a:uFillTx/>
              <a:latin typeface="Arimo"/>
              <a:ea typeface="+mn-ea"/>
              <a:cs typeface="+mn-cs"/>
            </a:endParaRPr>
          </a:p>
          <a:p>
            <a:pPr marL="17780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2C2C2C"/>
              </a:solidFill>
              <a:effectLst/>
              <a:uLnTx/>
              <a:uFillTx/>
              <a:latin typeface="Arimo"/>
              <a:ea typeface="+mn-ea"/>
              <a:cs typeface="+mn-cs"/>
            </a:endParaRPr>
          </a:p>
          <a:p>
            <a:pPr marL="177800" marR="0" lvl="0" indent="0" algn="l" defTabSz="914400" rtl="0" eaLnBrk="1" fontAlgn="auto" latinLnBrk="0" hangingPunct="1">
              <a:lnSpc>
                <a:spcPct val="100000"/>
              </a:lnSpc>
              <a:spcBef>
                <a:spcPts val="0"/>
              </a:spcBef>
              <a:spcAft>
                <a:spcPts val="0"/>
              </a:spcAft>
              <a:buClr>
                <a:srgbClr val="222222"/>
              </a:buClr>
              <a:buSzPts val="1500"/>
              <a:buFont typeface="Didact Gothic"/>
              <a:buNone/>
              <a:tabLst/>
              <a:defRPr/>
            </a:pPr>
            <a:r>
              <a:rPr kumimoji="0" lang="en-US" sz="1800" b="0" i="0" u="none" strike="noStrike" kern="0" cap="none" spc="0" normalizeH="0" baseline="0" noProof="0">
                <a:ln>
                  <a:noFill/>
                </a:ln>
                <a:solidFill>
                  <a:srgbClr val="2C2C2C"/>
                </a:solidFill>
                <a:effectLst/>
                <a:uLnTx/>
                <a:uFillTx/>
                <a:latin typeface="Arimo"/>
                <a:ea typeface="+mn-ea"/>
                <a:cs typeface="Arial"/>
                <a:sym typeface="Arimo"/>
              </a:rPr>
              <a:t>1.Traveling without </a:t>
            </a:r>
            <a:endParaRPr kumimoji="0" lang="en-US" sz="1800" b="0" i="0" u="none" strike="noStrike" kern="0" cap="none" spc="0" normalizeH="0" baseline="0" noProof="0">
              <a:ln>
                <a:noFill/>
              </a:ln>
              <a:solidFill>
                <a:srgbClr val="2C2C2C"/>
              </a:solidFill>
              <a:effectLst/>
              <a:uLnTx/>
              <a:uFillTx/>
              <a:latin typeface="Arimo"/>
              <a:ea typeface="+mn-ea"/>
              <a:cs typeface="Arial"/>
            </a:endParaRPr>
          </a:p>
          <a:p>
            <a:pPr marL="177800" marR="0" lvl="0" indent="0" algn="l" defTabSz="914400" rtl="0" eaLnBrk="1" fontAlgn="auto" latinLnBrk="0" hangingPunct="1">
              <a:lnSpc>
                <a:spcPct val="100000"/>
              </a:lnSpc>
              <a:spcBef>
                <a:spcPts val="0"/>
              </a:spcBef>
              <a:spcAft>
                <a:spcPts val="0"/>
              </a:spcAft>
              <a:buClr>
                <a:srgbClr val="222222"/>
              </a:buClr>
              <a:buSzPts val="1500"/>
              <a:buFont typeface="Didact Gothic"/>
              <a:buNone/>
              <a:tabLst/>
              <a:defRPr/>
            </a:pPr>
            <a:r>
              <a:rPr kumimoji="0" lang="en-US" sz="1800" b="0" i="0" u="none" strike="noStrike" kern="0" cap="none" spc="0" normalizeH="0" baseline="0" noProof="0">
                <a:ln>
                  <a:noFill/>
                </a:ln>
                <a:solidFill>
                  <a:srgbClr val="2C2C2C"/>
                </a:solidFill>
                <a:effectLst/>
                <a:uLnTx/>
                <a:uFillTx/>
                <a:latin typeface="Arimo"/>
                <a:ea typeface="+mn-ea"/>
                <a:cs typeface="Arial"/>
                <a:sym typeface="Arimo"/>
              </a:rPr>
              <a:t>children</a:t>
            </a:r>
            <a:r>
              <a:rPr kumimoji="0" lang="en-US" sz="1800" b="0" i="1" u="none" strike="noStrike" kern="0" cap="none" spc="0" normalizeH="0" baseline="0" noProof="0">
                <a:ln>
                  <a:noFill/>
                </a:ln>
                <a:solidFill>
                  <a:srgbClr val="2C2C2C"/>
                </a:solidFill>
                <a:effectLst/>
                <a:uLnTx/>
                <a:uFillTx/>
                <a:latin typeface="Arimo"/>
                <a:ea typeface="+mn-ea"/>
                <a:cs typeface="+mn-cs"/>
                <a:sym typeface="Arimo"/>
              </a:rPr>
              <a:t> </a:t>
            </a:r>
            <a:r>
              <a:rPr kumimoji="0" lang="en-US" sz="1800" b="0" i="0" u="none" strike="noStrike" kern="0" cap="none" spc="0" normalizeH="0" baseline="0" noProof="0">
                <a:ln>
                  <a:noFill/>
                </a:ln>
                <a:solidFill>
                  <a:srgbClr val="2C2C2C"/>
                </a:solidFill>
                <a:effectLst/>
                <a:uLnTx/>
                <a:uFillTx/>
                <a:latin typeface="Arimo"/>
                <a:ea typeface="+mn-ea"/>
                <a:cs typeface="+mn-cs"/>
                <a:sym typeface="Wingdings" panose="05000000000000000000" pitchFamily="2" charset="2"/>
              </a:rPr>
              <a:t></a:t>
            </a:r>
            <a:r>
              <a:rPr kumimoji="0" lang="en-US" sz="1800" b="0" i="0" u="none" strike="noStrike" kern="0" cap="none" spc="0" normalizeH="0" baseline="0" noProof="0">
                <a:ln>
                  <a:noFill/>
                </a:ln>
                <a:solidFill>
                  <a:srgbClr val="2C2C2C"/>
                </a:solidFill>
                <a:effectLst/>
                <a:uLnTx/>
                <a:uFillTx/>
                <a:latin typeface="Arimo"/>
                <a:ea typeface="+mn-ea"/>
                <a:cs typeface="+mn-cs"/>
                <a:sym typeface="Arimo"/>
              </a:rPr>
              <a:t> </a:t>
            </a:r>
            <a:r>
              <a:rPr kumimoji="0" lang="en-US" sz="1800" b="0" i="0" u="none" strike="noStrike" kern="0" cap="none" spc="0" normalizeH="0" baseline="0" noProof="0">
                <a:ln>
                  <a:noFill/>
                </a:ln>
                <a:solidFill>
                  <a:srgbClr val="2C2C2C"/>
                </a:solidFill>
                <a:effectLst/>
                <a:uLnTx/>
                <a:uFillTx/>
                <a:latin typeface="Arimo"/>
                <a:ea typeface="+mn-ea"/>
                <a:cs typeface="Arial"/>
                <a:sym typeface="Arimo"/>
              </a:rPr>
              <a:t>-</a:t>
            </a:r>
            <a:r>
              <a:rPr kumimoji="0" lang="en-US" sz="1800" b="0" i="0" u="none" strike="noStrike" kern="0" cap="none" spc="0" normalizeH="0" baseline="0" noProof="0">
                <a:ln>
                  <a:noFill/>
                </a:ln>
                <a:solidFill>
                  <a:srgbClr val="2C2C2C"/>
                </a:solidFill>
                <a:effectLst/>
                <a:uLnTx/>
                <a:uFillTx/>
                <a:latin typeface="Arimo"/>
                <a:ea typeface="+mn-ea"/>
                <a:cs typeface="+mn-cs"/>
                <a:sym typeface="Arimo"/>
              </a:rPr>
              <a:t>0.1 </a:t>
            </a:r>
            <a:r>
              <a:rPr kumimoji="0" lang="en-US" sz="1800" b="0" i="0" u="none" strike="noStrike" kern="0" cap="none" spc="0" normalizeH="0" baseline="0" noProof="0" err="1">
                <a:ln>
                  <a:noFill/>
                </a:ln>
                <a:solidFill>
                  <a:srgbClr val="2C2C2C"/>
                </a:solidFill>
                <a:effectLst/>
                <a:uLnTx/>
                <a:uFillTx/>
                <a:latin typeface="Arimo"/>
                <a:ea typeface="+mn-ea"/>
                <a:cs typeface="Arial"/>
                <a:sym typeface="Arimo"/>
              </a:rPr>
              <a:t>srch_children_count</a:t>
            </a:r>
            <a:endParaRPr kumimoji="0" lang="en-US" sz="1800" b="0" i="0" u="none" strike="noStrike" kern="0" cap="none" spc="0" normalizeH="0" baseline="0" noProof="0">
              <a:ln>
                <a:noFill/>
              </a:ln>
              <a:solidFill>
                <a:srgbClr val="2C2C2C"/>
              </a:solidFill>
              <a:effectLst/>
              <a:uLnTx/>
              <a:uFillTx/>
              <a:latin typeface="Arimo"/>
              <a:ea typeface="+mn-ea"/>
              <a:cs typeface="Arial"/>
              <a:sym typeface="Arimo"/>
            </a:endParaRPr>
          </a:p>
          <a:p>
            <a:pPr marL="520700" marR="0" lvl="0" indent="-342900" algn="l" defTabSz="914400" rtl="0" eaLnBrk="1" fontAlgn="auto" latinLnBrk="0" hangingPunct="1">
              <a:lnSpc>
                <a:spcPct val="100000"/>
              </a:lnSpc>
              <a:spcBef>
                <a:spcPts val="0"/>
              </a:spcBef>
              <a:spcAft>
                <a:spcPts val="0"/>
              </a:spcAft>
              <a:buClr>
                <a:srgbClr val="222222"/>
              </a:buClr>
              <a:buSzPts val="1500"/>
              <a:buFont typeface="Didact Gothic"/>
              <a:buAutoNum type="arabicPeriod"/>
              <a:tabLst/>
              <a:defRPr/>
            </a:pPr>
            <a:endParaRPr kumimoji="0" lang="en-US" sz="1800" b="0" i="1" u="none" strike="noStrike" kern="0" cap="none" spc="0" normalizeH="0" baseline="0" noProof="0">
              <a:ln>
                <a:noFill/>
              </a:ln>
              <a:solidFill>
                <a:srgbClr val="2C2C2C"/>
              </a:solidFill>
              <a:effectLst/>
              <a:uLnTx/>
              <a:uFillTx/>
              <a:latin typeface="Arimo"/>
              <a:ea typeface="+mn-ea"/>
              <a:cs typeface="Arial"/>
              <a:sym typeface="Arimo"/>
            </a:endParaRPr>
          </a:p>
          <a:p>
            <a:pPr marL="177800" marR="0" lvl="0" indent="0" algn="l" defTabSz="914400" rtl="0" eaLnBrk="1" fontAlgn="auto" latinLnBrk="0" hangingPunct="1">
              <a:lnSpc>
                <a:spcPct val="100000"/>
              </a:lnSpc>
              <a:spcBef>
                <a:spcPts val="0"/>
              </a:spcBef>
              <a:spcAft>
                <a:spcPts val="0"/>
              </a:spcAft>
              <a:buClr>
                <a:srgbClr val="222222"/>
              </a:buClr>
              <a:buSzPts val="1500"/>
              <a:buFont typeface="Didact Gothic"/>
              <a:buNone/>
              <a:tabLst/>
              <a:defRPr/>
            </a:pPr>
            <a:r>
              <a:rPr kumimoji="0" lang="en-US" sz="1800" b="0" i="0" u="none" strike="noStrike" kern="0" cap="none" spc="0" normalizeH="0" baseline="0" noProof="0">
                <a:ln>
                  <a:noFill/>
                </a:ln>
                <a:solidFill>
                  <a:srgbClr val="2C2C2C"/>
                </a:solidFill>
                <a:effectLst/>
                <a:uLnTx/>
                <a:uFillTx/>
                <a:latin typeface="Arimo"/>
                <a:ea typeface="+mn-ea"/>
                <a:cs typeface="Arial"/>
                <a:sym typeface="Arimo"/>
              </a:rPr>
              <a:t>2. Quality-driven focus, looking for hotels with high star ratings and strong </a:t>
            </a:r>
            <a:endParaRPr kumimoji="0" lang="en-US" sz="1800" b="0" i="0" u="none" strike="noStrike" kern="0" cap="none" spc="0" normalizeH="0" baseline="0" noProof="0">
              <a:ln>
                <a:noFill/>
              </a:ln>
              <a:solidFill>
                <a:srgbClr val="2C2C2C"/>
              </a:solidFill>
              <a:effectLst/>
              <a:uLnTx/>
              <a:uFillTx/>
              <a:latin typeface="Arimo"/>
              <a:ea typeface="+mn-ea"/>
              <a:cs typeface="Arial"/>
            </a:endParaRPr>
          </a:p>
          <a:p>
            <a:pPr marL="177800" marR="0" lvl="0" indent="0" algn="l" defTabSz="914400" rtl="0" eaLnBrk="1" fontAlgn="auto" latinLnBrk="0" hangingPunct="1">
              <a:lnSpc>
                <a:spcPct val="100000"/>
              </a:lnSpc>
              <a:spcBef>
                <a:spcPts val="0"/>
              </a:spcBef>
              <a:spcAft>
                <a:spcPts val="0"/>
              </a:spcAft>
              <a:buClr>
                <a:srgbClr val="222222"/>
              </a:buClr>
              <a:buSzPts val="1500"/>
              <a:buFont typeface="Didact Gothic"/>
              <a:buNone/>
              <a:tabLst/>
              <a:defRPr/>
            </a:pPr>
            <a:r>
              <a:rPr kumimoji="0" lang="en-US" sz="1800" b="0" i="0" u="none" strike="noStrike" kern="0" cap="none" spc="0" normalizeH="0" baseline="0" noProof="0">
                <a:ln>
                  <a:noFill/>
                </a:ln>
                <a:solidFill>
                  <a:srgbClr val="2C2C2C"/>
                </a:solidFill>
                <a:effectLst/>
                <a:uLnTx/>
                <a:uFillTx/>
                <a:latin typeface="Arimo"/>
                <a:ea typeface="+mn-ea"/>
                <a:cs typeface="Arial"/>
                <a:sym typeface="Arimo"/>
              </a:rPr>
              <a:t>reviews </a:t>
            </a:r>
            <a:r>
              <a:rPr kumimoji="0" lang="en-US" sz="1800" b="0" i="0" u="none" strike="noStrike" kern="0" cap="none" spc="0" normalizeH="0" baseline="0" noProof="0">
                <a:ln>
                  <a:noFill/>
                </a:ln>
                <a:solidFill>
                  <a:srgbClr val="2C2C2C"/>
                </a:solidFill>
                <a:effectLst/>
                <a:uLnTx/>
                <a:uFillTx/>
                <a:latin typeface="Arimo"/>
                <a:ea typeface="+mn-ea"/>
                <a:cs typeface="Arial"/>
                <a:sym typeface="Wingdings" panose="05000000000000000000" pitchFamily="2" charset="2"/>
              </a:rPr>
              <a:t> </a:t>
            </a:r>
            <a:r>
              <a:rPr kumimoji="0" lang="en-US" sz="1800" b="0" i="0" u="none" strike="noStrike" kern="0" cap="none" spc="0" normalizeH="0" baseline="0" noProof="0">
                <a:ln>
                  <a:noFill/>
                </a:ln>
                <a:solidFill>
                  <a:srgbClr val="2C2C2C"/>
                </a:solidFill>
                <a:effectLst/>
                <a:uLnTx/>
                <a:uFillTx/>
                <a:latin typeface="Arimo"/>
                <a:ea typeface="+mn-ea"/>
                <a:cs typeface="+mn-cs"/>
                <a:sym typeface="Arimo"/>
              </a:rPr>
              <a:t>0.28</a:t>
            </a:r>
            <a:r>
              <a:rPr kumimoji="0" lang="en-US" sz="1800" b="0" i="0" u="none" strike="noStrike" kern="0" cap="none" spc="0" normalizeH="0" baseline="0" noProof="0">
                <a:ln>
                  <a:noFill/>
                </a:ln>
                <a:solidFill>
                  <a:srgbClr val="2C2C2C"/>
                </a:solidFill>
                <a:effectLst/>
                <a:uLnTx/>
                <a:uFillTx/>
                <a:latin typeface="Arimo"/>
                <a:ea typeface="+mn-ea"/>
                <a:cs typeface="Arial"/>
                <a:sym typeface="Arimo"/>
              </a:rPr>
              <a:t> </a:t>
            </a:r>
            <a:r>
              <a:rPr kumimoji="0" lang="en-US" sz="1800" b="0" i="0" u="none" strike="noStrike" kern="0" cap="none" spc="0" normalizeH="0" baseline="0" noProof="0" err="1">
                <a:ln>
                  <a:noFill/>
                </a:ln>
                <a:solidFill>
                  <a:srgbClr val="2C2C2C"/>
                </a:solidFill>
                <a:effectLst/>
                <a:uLnTx/>
                <a:uFillTx/>
                <a:latin typeface="Arimo"/>
                <a:ea typeface="+mn-ea"/>
                <a:cs typeface="Arial"/>
                <a:sym typeface="Arimo"/>
              </a:rPr>
              <a:t>prop_review_score</a:t>
            </a:r>
            <a:endParaRPr kumimoji="0" lang="en-US" sz="1800" b="0" i="0" u="none" strike="noStrike" kern="0" cap="none" spc="0" normalizeH="0" baseline="0" noProof="0">
              <a:ln>
                <a:noFill/>
              </a:ln>
              <a:solidFill>
                <a:srgbClr val="2C2C2C"/>
              </a:solidFill>
              <a:effectLst/>
              <a:uLnTx/>
              <a:uFillTx/>
              <a:latin typeface="Arimo"/>
              <a:ea typeface="+mn-ea"/>
              <a:cs typeface="Arial"/>
              <a:sym typeface="Arimo"/>
            </a:endParaRPr>
          </a:p>
          <a:p>
            <a:pPr marL="177800" marR="0" lvl="0" indent="0" algn="l" defTabSz="914400" rtl="0" eaLnBrk="1" fontAlgn="auto" latinLnBrk="0" hangingPunct="1">
              <a:lnSpc>
                <a:spcPct val="100000"/>
              </a:lnSpc>
              <a:spcBef>
                <a:spcPts val="0"/>
              </a:spcBef>
              <a:spcAft>
                <a:spcPts val="0"/>
              </a:spcAft>
              <a:buClr>
                <a:srgbClr val="222222"/>
              </a:buClr>
              <a:buSzPts val="1500"/>
              <a:buFont typeface="Didact Gothic"/>
              <a:buNone/>
              <a:tabLst/>
              <a:defRPr/>
            </a:pPr>
            <a:endParaRPr kumimoji="0" lang="en-US" sz="1800" b="0" i="0" u="none" strike="noStrike" kern="0" cap="none" spc="0" normalizeH="0" baseline="0" noProof="0">
              <a:ln>
                <a:noFill/>
              </a:ln>
              <a:solidFill>
                <a:srgbClr val="2C2C2C"/>
              </a:solidFill>
              <a:effectLst/>
              <a:uLnTx/>
              <a:uFillTx/>
              <a:latin typeface="Arimo"/>
              <a:ea typeface="+mn-ea"/>
              <a:cs typeface="Arial"/>
              <a:sym typeface="Arimo"/>
            </a:endParaRPr>
          </a:p>
          <a:p>
            <a:pPr marL="177800" marR="0" lvl="0" indent="0" algn="l" defTabSz="914400" rtl="0" eaLnBrk="1" fontAlgn="auto" latinLnBrk="0" hangingPunct="1">
              <a:lnSpc>
                <a:spcPct val="100000"/>
              </a:lnSpc>
              <a:spcBef>
                <a:spcPts val="0"/>
              </a:spcBef>
              <a:spcAft>
                <a:spcPts val="0"/>
              </a:spcAft>
              <a:buClr>
                <a:srgbClr val="222222"/>
              </a:buClr>
              <a:buSzPts val="1500"/>
              <a:buFont typeface="Didact Gothic"/>
              <a:buNone/>
              <a:tabLst/>
              <a:defRPr/>
            </a:pPr>
            <a:r>
              <a:rPr kumimoji="0" lang="en-US" sz="1800" b="0" i="0" u="none" strike="noStrike" kern="0" cap="none" spc="0" normalizeH="0" baseline="0" noProof="0">
                <a:ln>
                  <a:noFill/>
                </a:ln>
                <a:solidFill>
                  <a:srgbClr val="2C2C2C"/>
                </a:solidFill>
                <a:effectLst/>
                <a:uLnTx/>
                <a:uFillTx/>
                <a:latin typeface="Arimo"/>
                <a:ea typeface="+mn-ea"/>
                <a:cs typeface="Arial"/>
                <a:sym typeface="Arimo"/>
              </a:rPr>
              <a:t>3. Less price sensitive, weak influence on booking decision making </a:t>
            </a:r>
            <a:r>
              <a:rPr kumimoji="0" lang="en-US" sz="1800" b="0" i="0" u="none" strike="noStrike" kern="0" cap="none" spc="0" normalizeH="0" baseline="0" noProof="0">
                <a:ln>
                  <a:noFill/>
                </a:ln>
                <a:solidFill>
                  <a:srgbClr val="2C2C2C"/>
                </a:solidFill>
                <a:effectLst/>
                <a:uLnTx/>
                <a:uFillTx/>
                <a:latin typeface="Arimo"/>
                <a:ea typeface="+mn-ea"/>
                <a:cs typeface="Arial"/>
                <a:sym typeface="Wingdings" panose="05000000000000000000" pitchFamily="2" charset="2"/>
              </a:rPr>
              <a:t></a:t>
            </a:r>
            <a:r>
              <a:rPr kumimoji="0" lang="en-US" sz="1800" b="0" i="0" u="none" strike="noStrike" kern="0" cap="none" spc="0" normalizeH="0" baseline="0" noProof="0">
                <a:ln>
                  <a:noFill/>
                </a:ln>
                <a:solidFill>
                  <a:srgbClr val="2C2C2C"/>
                </a:solidFill>
                <a:effectLst/>
                <a:uLnTx/>
                <a:uFillTx/>
                <a:latin typeface="Arimo"/>
                <a:ea typeface="+mn-ea"/>
                <a:cs typeface="Arial"/>
                <a:sym typeface="Arimo"/>
              </a:rPr>
              <a:t> -</a:t>
            </a:r>
            <a:r>
              <a:rPr kumimoji="0" lang="en-US" sz="1800" b="0" i="0" u="none" strike="noStrike" kern="0" cap="none" spc="0" normalizeH="0" baseline="0" noProof="0">
                <a:ln>
                  <a:noFill/>
                </a:ln>
                <a:solidFill>
                  <a:srgbClr val="2C2C2C"/>
                </a:solidFill>
                <a:effectLst/>
                <a:uLnTx/>
                <a:uFillTx/>
                <a:latin typeface="Arimo"/>
                <a:ea typeface="+mn-ea"/>
                <a:cs typeface="+mn-cs"/>
                <a:sym typeface="Arimo"/>
              </a:rPr>
              <a:t>0.14</a:t>
            </a:r>
            <a:r>
              <a:rPr kumimoji="0" lang="en-US" sz="1800" b="0" i="0" u="none" strike="noStrike" kern="0" cap="none" spc="0" normalizeH="0" baseline="0" noProof="0">
                <a:ln>
                  <a:noFill/>
                </a:ln>
                <a:solidFill>
                  <a:srgbClr val="2C2C2C"/>
                </a:solidFill>
                <a:effectLst/>
                <a:uLnTx/>
                <a:uFillTx/>
                <a:latin typeface="Arimo"/>
                <a:ea typeface="+mn-ea"/>
                <a:cs typeface="Arial"/>
                <a:sym typeface="Arimo"/>
              </a:rPr>
              <a:t> </a:t>
            </a:r>
            <a:r>
              <a:rPr kumimoji="0" lang="en-US" sz="1800" b="0" i="0" u="none" strike="noStrike" kern="0" cap="none" spc="0" normalizeH="0" baseline="0" noProof="0" err="1">
                <a:ln>
                  <a:noFill/>
                </a:ln>
                <a:solidFill>
                  <a:srgbClr val="2C2C2C"/>
                </a:solidFill>
                <a:effectLst/>
                <a:uLnTx/>
                <a:uFillTx/>
                <a:latin typeface="Arimo"/>
                <a:ea typeface="+mn-ea"/>
                <a:cs typeface="Arial"/>
                <a:sym typeface="Arimo"/>
              </a:rPr>
              <a:t>price_usd</a:t>
            </a:r>
            <a:endParaRPr kumimoji="0" lang="en-US" sz="1800" b="0" i="0" u="none" strike="noStrike" kern="0" cap="none" spc="0" normalizeH="0" baseline="0" noProof="0">
              <a:ln>
                <a:noFill/>
              </a:ln>
              <a:solidFill>
                <a:srgbClr val="2C2C2C"/>
              </a:solidFill>
              <a:effectLst/>
              <a:uLnTx/>
              <a:uFillTx/>
              <a:latin typeface="Arimo"/>
              <a:ea typeface="+mn-ea"/>
              <a:cs typeface="Arial"/>
              <a:sym typeface="Arimo"/>
            </a:endParaRPr>
          </a:p>
          <a:p>
            <a:pPr marL="177800" marR="0" lvl="0" indent="0" algn="l" defTabSz="914400" rtl="0" eaLnBrk="1" fontAlgn="auto" latinLnBrk="0" hangingPunct="1">
              <a:lnSpc>
                <a:spcPct val="100000"/>
              </a:lnSpc>
              <a:spcBef>
                <a:spcPts val="0"/>
              </a:spcBef>
              <a:spcAft>
                <a:spcPts val="0"/>
              </a:spcAft>
              <a:buClr>
                <a:srgbClr val="222222"/>
              </a:buClr>
              <a:buSzPts val="1500"/>
              <a:buFont typeface="Didact Gothic"/>
              <a:buNone/>
              <a:tabLst/>
              <a:defRPr/>
            </a:pPr>
            <a:r>
              <a:rPr kumimoji="0" lang="en-US" sz="1800" b="0" i="0" u="none" strike="noStrike" kern="0" cap="none" spc="0" normalizeH="0" baseline="0" noProof="0">
                <a:ln>
                  <a:noFill/>
                </a:ln>
                <a:solidFill>
                  <a:srgbClr val="2C2C2C"/>
                </a:solidFill>
                <a:effectLst/>
                <a:uLnTx/>
                <a:uFillTx/>
                <a:latin typeface="Arimo"/>
                <a:ea typeface="+mn-ea"/>
                <a:cs typeface="Arial"/>
                <a:sym typeface="Arimo"/>
              </a:rPr>
              <a:t>  </a:t>
            </a:r>
            <a:endParaRPr kumimoji="0" lang="en-US" sz="1800" b="0" i="0" u="none" strike="noStrike" kern="0" cap="none" spc="0" normalizeH="0" baseline="0" noProof="0">
              <a:ln>
                <a:noFill/>
              </a:ln>
              <a:solidFill>
                <a:srgbClr val="2C2C2C"/>
              </a:solidFill>
              <a:effectLst/>
              <a:uLnTx/>
              <a:uFillTx/>
              <a:latin typeface="Arimo"/>
              <a:ea typeface="+mn-ea"/>
              <a:cs typeface="Arial"/>
            </a:endParaRPr>
          </a:p>
          <a:p>
            <a:pPr marL="177800" marR="0" lvl="0" indent="0" algn="l" defTabSz="914400" rtl="0" eaLnBrk="1" fontAlgn="auto" latinLnBrk="0" hangingPunct="1">
              <a:lnSpc>
                <a:spcPct val="100000"/>
              </a:lnSpc>
              <a:spcBef>
                <a:spcPts val="0"/>
              </a:spcBef>
              <a:spcAft>
                <a:spcPts val="0"/>
              </a:spcAft>
              <a:buClr>
                <a:srgbClr val="222222"/>
              </a:buClr>
              <a:buSzPts val="1500"/>
              <a:buFont typeface="Didact Gothic"/>
              <a:buNone/>
              <a:tabLst/>
              <a:defRPr/>
            </a:pPr>
            <a:r>
              <a:rPr kumimoji="0" lang="en-US" sz="1800" b="0" i="0" u="none" strike="noStrike" kern="0" cap="none" spc="0" normalizeH="0" baseline="0" noProof="0">
                <a:ln>
                  <a:noFill/>
                </a:ln>
                <a:solidFill>
                  <a:srgbClr val="2C2C2C"/>
                </a:solidFill>
                <a:effectLst/>
                <a:uLnTx/>
                <a:uFillTx/>
                <a:latin typeface="Arimo"/>
                <a:ea typeface="+mn-ea"/>
                <a:cs typeface="Arial"/>
                <a:sym typeface="Arimo"/>
              </a:rPr>
              <a:t>4. Highly responsive to </a:t>
            </a:r>
            <a:endParaRPr kumimoji="0" lang="en-US" sz="1800" b="0" i="0" u="none" strike="noStrike" kern="0" cap="none" spc="0" normalizeH="0" baseline="0" noProof="0">
              <a:ln>
                <a:noFill/>
              </a:ln>
              <a:solidFill>
                <a:srgbClr val="2C2C2C"/>
              </a:solidFill>
              <a:effectLst/>
              <a:uLnTx/>
              <a:uFillTx/>
              <a:latin typeface="Arimo"/>
              <a:ea typeface="+mn-ea"/>
              <a:cs typeface="Arial"/>
            </a:endParaRPr>
          </a:p>
          <a:p>
            <a:pPr marL="177800" marR="0" lvl="0" indent="0" algn="l" defTabSz="914400" rtl="0" eaLnBrk="1" fontAlgn="auto" latinLnBrk="0" hangingPunct="1">
              <a:lnSpc>
                <a:spcPct val="100000"/>
              </a:lnSpc>
              <a:spcBef>
                <a:spcPts val="0"/>
              </a:spcBef>
              <a:spcAft>
                <a:spcPts val="0"/>
              </a:spcAft>
              <a:buClr>
                <a:srgbClr val="222222"/>
              </a:buClr>
              <a:buSzPts val="1500"/>
              <a:buFont typeface="Didact Gothic"/>
              <a:buNone/>
              <a:tabLst/>
              <a:defRPr/>
            </a:pPr>
            <a:r>
              <a:rPr kumimoji="0" lang="en-US" sz="1800" b="0" i="0" u="none" strike="noStrike" kern="0" cap="none" spc="0" normalizeH="0" baseline="0" noProof="0">
                <a:ln>
                  <a:noFill/>
                </a:ln>
                <a:solidFill>
                  <a:srgbClr val="2C2C2C"/>
                </a:solidFill>
                <a:effectLst/>
                <a:uLnTx/>
                <a:uFillTx/>
                <a:latin typeface="Arimo"/>
                <a:ea typeface="+mn-ea"/>
                <a:cs typeface="Arial"/>
                <a:sym typeface="Arimo"/>
              </a:rPr>
              <a:t>promotions </a:t>
            </a:r>
            <a:r>
              <a:rPr kumimoji="0" lang="en-US" sz="1800" b="0" i="0" u="none" strike="noStrike" kern="0" cap="none" spc="0" normalizeH="0" baseline="0" noProof="0">
                <a:ln>
                  <a:noFill/>
                </a:ln>
                <a:solidFill>
                  <a:srgbClr val="2C2C2C"/>
                </a:solidFill>
                <a:effectLst/>
                <a:uLnTx/>
                <a:uFillTx/>
                <a:latin typeface="Arimo"/>
                <a:ea typeface="+mn-ea"/>
                <a:cs typeface="Arial"/>
                <a:sym typeface="Wingdings" panose="05000000000000000000" pitchFamily="2" charset="2"/>
              </a:rPr>
              <a:t></a:t>
            </a:r>
            <a:r>
              <a:rPr kumimoji="0" lang="en-US" sz="1800" b="0" i="0" u="none" strike="noStrike" kern="0" cap="none" spc="0" normalizeH="0" baseline="0" noProof="0">
                <a:ln>
                  <a:noFill/>
                </a:ln>
                <a:solidFill>
                  <a:srgbClr val="2C2C2C"/>
                </a:solidFill>
                <a:effectLst/>
                <a:uLnTx/>
                <a:uFillTx/>
                <a:latin typeface="Arimo"/>
                <a:ea typeface="+mn-ea"/>
                <a:cs typeface="Arial"/>
                <a:sym typeface="Arimo"/>
              </a:rPr>
              <a:t> </a:t>
            </a:r>
            <a:r>
              <a:rPr kumimoji="0" lang="en-US" sz="1800" b="0" i="0" u="none" strike="noStrike" kern="0" cap="none" spc="0" normalizeH="0" baseline="0" noProof="0">
                <a:ln>
                  <a:noFill/>
                </a:ln>
                <a:solidFill>
                  <a:srgbClr val="2C2C2C"/>
                </a:solidFill>
                <a:effectLst/>
                <a:uLnTx/>
                <a:uFillTx/>
                <a:latin typeface="Arimo"/>
                <a:ea typeface="+mn-ea"/>
                <a:cs typeface="+mn-cs"/>
                <a:sym typeface="Arimo"/>
              </a:rPr>
              <a:t>0.57</a:t>
            </a:r>
            <a:r>
              <a:rPr kumimoji="0" lang="en-US" sz="1800" b="0" i="0" u="none" strike="noStrike" kern="0" cap="none" spc="0" normalizeH="0" baseline="0" noProof="0">
                <a:ln>
                  <a:noFill/>
                </a:ln>
                <a:solidFill>
                  <a:srgbClr val="2C2C2C"/>
                </a:solidFill>
                <a:effectLst/>
                <a:uLnTx/>
                <a:uFillTx/>
                <a:latin typeface="Arimo"/>
                <a:ea typeface="+mn-ea"/>
                <a:cs typeface="Arial"/>
                <a:sym typeface="Arimo"/>
              </a:rPr>
              <a:t> </a:t>
            </a:r>
            <a:r>
              <a:rPr kumimoji="0" lang="en-US" sz="1800" b="0" i="0" u="none" strike="noStrike" kern="0" cap="none" spc="0" normalizeH="0" baseline="0" noProof="0" err="1">
                <a:ln>
                  <a:noFill/>
                </a:ln>
                <a:solidFill>
                  <a:srgbClr val="2C2C2C"/>
                </a:solidFill>
                <a:effectLst/>
                <a:uLnTx/>
                <a:uFillTx/>
                <a:latin typeface="Arimo"/>
                <a:ea typeface="+mn-ea"/>
                <a:cs typeface="Arial"/>
                <a:sym typeface="Arimo"/>
              </a:rPr>
              <a:t>promotion_flag</a:t>
            </a:r>
            <a:endParaRPr kumimoji="0" lang="en-US" sz="1800" b="0" i="0" u="none" strike="noStrike" kern="0" cap="none" spc="0" normalizeH="0" baseline="0" noProof="0">
              <a:ln>
                <a:noFill/>
              </a:ln>
              <a:solidFill>
                <a:srgbClr val="2C2C2C"/>
              </a:solidFill>
              <a:effectLst/>
              <a:uLnTx/>
              <a:uFillTx/>
              <a:latin typeface="Arimo"/>
              <a:ea typeface="+mn-ea"/>
              <a:cs typeface="Arial"/>
              <a:sym typeface="Arimo"/>
            </a:endParaRPr>
          </a:p>
        </p:txBody>
      </p:sp>
      <p:sp>
        <p:nvSpPr>
          <p:cNvPr id="12" name="TextBox 11">
            <a:extLst>
              <a:ext uri="{FF2B5EF4-FFF2-40B4-BE49-F238E27FC236}">
                <a16:creationId xmlns:a16="http://schemas.microsoft.com/office/drawing/2014/main" id="{5037A3D3-F40C-A329-F749-9D617031C21E}"/>
              </a:ext>
            </a:extLst>
          </p:cNvPr>
          <p:cNvSpPr txBox="1"/>
          <p:nvPr/>
        </p:nvSpPr>
        <p:spPr>
          <a:xfrm>
            <a:off x="5150333" y="1843085"/>
            <a:ext cx="6090700" cy="1477328"/>
          </a:xfrm>
          <a:prstGeom prst="rect">
            <a:avLst/>
          </a:prstGeom>
          <a:noFill/>
          <a:ln>
            <a:solidFill>
              <a:schemeClr val="tx1"/>
            </a:solidFill>
          </a:ln>
        </p:spPr>
        <p:txBody>
          <a:bodyPr wrap="square" lIns="91440" tIns="45720" rIns="91440" bIns="45720" anchor="t">
            <a:spAutoFit/>
          </a:bodyPr>
          <a:lstStyle/>
          <a:p>
            <a:r>
              <a:rPr lang="en-US" sz="1500">
                <a:solidFill>
                  <a:srgbClr val="000000"/>
                </a:solidFill>
                <a:latin typeface="Arimo" panose="020B0604020202020204"/>
                <a:ea typeface="Aptos"/>
                <a:cs typeface="Aptos"/>
              </a:rPr>
              <a:t>𝑏𝑜𝑜𝑘 = 0.01 + (−0.14*𝑝𝑟𝑖𝑐𝑒_ 𝑢𝑠𝑑) + (−0.14*𝑠𝑟𝑐ℎ_ 𝑙𝑒𝑛𝑔𝑡ℎ_ 𝑜𝑓_ 𝑠𝑡𝑎𝑦) + </a:t>
            </a:r>
          </a:p>
          <a:p>
            <a:r>
              <a:rPr lang="en-US" sz="1500">
                <a:solidFill>
                  <a:srgbClr val="000000"/>
                </a:solidFill>
                <a:latin typeface="Arimo" panose="020B0604020202020204"/>
                <a:ea typeface="Aptos"/>
                <a:cs typeface="Aptos"/>
              </a:rPr>
              <a:t>              (−0.05*𝑠𝑟𝑐ℎ_ 𝑎𝑑𝑢𝑙𝑡𝑠_𝑐𝑜𝑢𝑛𝑡) + (−0.1*𝑠𝑟𝑐ℎ_ 𝑐ℎ𝑖𝑙𝑑𝑟𝑒𝑛_ 𝑐𝑜𝑢𝑛𝑡) + </a:t>
            </a:r>
          </a:p>
          <a:p>
            <a:r>
              <a:rPr lang="en-US" sz="1500">
                <a:solidFill>
                  <a:srgbClr val="000000"/>
                </a:solidFill>
                <a:latin typeface="Arimo" panose="020B0604020202020204"/>
                <a:ea typeface="Aptos"/>
                <a:cs typeface="Aptos"/>
              </a:rPr>
              <a:t>              (−0.0*𝑠𝑟𝑐ℎ_ 𝑟𝑜𝑜𝑚_ 𝑐𝑜𝑢𝑛𝑡) + </a:t>
            </a:r>
          </a:p>
          <a:p>
            <a:r>
              <a:rPr lang="en-US" sz="1500">
                <a:solidFill>
                  <a:srgbClr val="000000"/>
                </a:solidFill>
                <a:latin typeface="Arimo" panose="020B0604020202020204"/>
                <a:ea typeface="Aptos"/>
                <a:cs typeface="Aptos"/>
              </a:rPr>
              <a:t>              (−0.03*𝑜𝑟𝑖𝑔_ 𝑑𝑒𝑠𝑡𝑖𝑛𝑎𝑡𝑖𝑜𝑛_ 𝑑𝑖𝑠𝑡𝑎𝑛𝑐𝑒) + (0.26*𝑝𝑟𝑜𝑝_ 𝑠𝑡𝑎𝑟𝑟𝑎𝑡𝑖𝑛𝑔) </a:t>
            </a:r>
          </a:p>
          <a:p>
            <a:r>
              <a:rPr lang="en-US" sz="1500">
                <a:solidFill>
                  <a:srgbClr val="000000"/>
                </a:solidFill>
                <a:latin typeface="Arimo" panose="020B0604020202020204"/>
                <a:ea typeface="Aptos"/>
                <a:cs typeface="Aptos"/>
              </a:rPr>
              <a:t>              + (0.28*𝑝𝑟𝑜𝑝_𝑟𝑒𝑣𝑖𝑒𝑤_𝑠𝑐𝑜𝑟𝑒) + (0.57*𝑝𝑟𝑜𝑚𝑜𝑡𝑖𝑜𝑛_ 𝑓𝑙𝑎𝑔) + </a:t>
            </a:r>
          </a:p>
          <a:p>
            <a:r>
              <a:rPr lang="en-US" sz="1500">
                <a:solidFill>
                  <a:srgbClr val="000000"/>
                </a:solidFill>
                <a:latin typeface="Arimo" panose="020B0604020202020204"/>
                <a:ea typeface="Aptos"/>
                <a:cs typeface="Aptos"/>
              </a:rPr>
              <a:t>              (−0.01*𝑠𝑟𝑐ℎ_ 𝑠𝑎𝑡𝑢𝑟𝑑𝑎𝑦_ 𝑛𝑖𝑔ℎ𝑡_ 𝑏𝑜𝑜𝑙) </a:t>
            </a:r>
            <a:endParaRPr lang="en-US" sz="1500">
              <a:latin typeface="Arimo" panose="020B0604020202020204"/>
            </a:endParaRPr>
          </a:p>
        </p:txBody>
      </p:sp>
      <p:pic>
        <p:nvPicPr>
          <p:cNvPr id="6" name="Picture 5">
            <a:extLst>
              <a:ext uri="{FF2B5EF4-FFF2-40B4-BE49-F238E27FC236}">
                <a16:creationId xmlns:a16="http://schemas.microsoft.com/office/drawing/2014/main" id="{9AC8AA86-17A9-7ED6-306A-60EC79FD4DD2}"/>
              </a:ext>
            </a:extLst>
          </p:cNvPr>
          <p:cNvPicPr>
            <a:picLocks noChangeAspect="1"/>
          </p:cNvPicPr>
          <p:nvPr/>
        </p:nvPicPr>
        <p:blipFill>
          <a:blip r:embed="rId3"/>
          <a:stretch>
            <a:fillRect/>
          </a:stretch>
        </p:blipFill>
        <p:spPr>
          <a:xfrm>
            <a:off x="5378537" y="3429000"/>
            <a:ext cx="5636104" cy="3065585"/>
          </a:xfrm>
          <a:prstGeom prst="rect">
            <a:avLst/>
          </a:prstGeom>
        </p:spPr>
      </p:pic>
    </p:spTree>
    <p:extLst>
      <p:ext uri="{BB962C8B-B14F-4D97-AF65-F5344CB8AC3E}">
        <p14:creationId xmlns:p14="http://schemas.microsoft.com/office/powerpoint/2010/main" val="579357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A9292-6A26-1BB9-FF42-F126395A8D1A}"/>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8B9BB02-0C52-2886-0C0B-DF9CC97CAF92}"/>
              </a:ext>
            </a:extLst>
          </p:cNvPr>
          <p:cNvSpPr>
            <a:spLocks noGrp="1"/>
          </p:cNvSpPr>
          <p:nvPr>
            <p:ph type="title"/>
          </p:nvPr>
        </p:nvSpPr>
        <p:spPr>
          <a:xfrm>
            <a:off x="950967" y="593367"/>
            <a:ext cx="10290400" cy="763600"/>
          </a:xfrm>
        </p:spPr>
        <p:txBody>
          <a:bodyPr/>
          <a:lstStyle/>
          <a:p>
            <a:r>
              <a:rPr lang="en" sz="4700" b="1">
                <a:latin typeface="Avenir Next LT Pro"/>
              </a:rPr>
              <a:t>Segment 4 Results/Insights</a:t>
            </a:r>
            <a:endParaRPr lang="en-US"/>
          </a:p>
        </p:txBody>
      </p:sp>
      <p:sp>
        <p:nvSpPr>
          <p:cNvPr id="5" name="Text Placeholder 2">
            <a:extLst>
              <a:ext uri="{FF2B5EF4-FFF2-40B4-BE49-F238E27FC236}">
                <a16:creationId xmlns:a16="http://schemas.microsoft.com/office/drawing/2014/main" id="{DDF1F53C-ECD1-8C00-4BA5-F742CD43DD9D}"/>
              </a:ext>
            </a:extLst>
          </p:cNvPr>
          <p:cNvSpPr txBox="1">
            <a:spLocks/>
          </p:cNvSpPr>
          <p:nvPr/>
        </p:nvSpPr>
        <p:spPr>
          <a:xfrm>
            <a:off x="950967" y="1843085"/>
            <a:ext cx="3996171" cy="2959503"/>
          </a:xfrm>
          <a:prstGeom prst="rect">
            <a:avLst/>
          </a:prstGeom>
          <a:ln>
            <a:solidFill>
              <a:schemeClr val="tx1"/>
            </a:solidFill>
          </a:ln>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17780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0" cap="none" spc="0" normalizeH="0" baseline="0" noProof="0">
                <a:ln>
                  <a:noFill/>
                </a:ln>
                <a:solidFill>
                  <a:srgbClr val="2C2C2C"/>
                </a:solidFill>
                <a:effectLst/>
                <a:uLnTx/>
                <a:uFillTx/>
                <a:latin typeface="Arimo"/>
                <a:ea typeface="+mn-ea"/>
                <a:cs typeface="+mn-cs"/>
              </a:rPr>
              <a:t>Large Group/Family Travelers</a:t>
            </a:r>
          </a:p>
          <a:p>
            <a:pPr marL="17780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sng" strike="noStrike" kern="0" cap="none" spc="0" normalizeH="0" baseline="0" noProof="0">
              <a:ln>
                <a:noFill/>
              </a:ln>
              <a:solidFill>
                <a:srgbClr val="2C2C2C"/>
              </a:solidFill>
              <a:effectLst/>
              <a:uLnTx/>
              <a:uFillTx/>
              <a:latin typeface="Arimo"/>
              <a:ea typeface="+mn-ea"/>
              <a:cs typeface="+mn-cs"/>
            </a:endParaRPr>
          </a:p>
          <a:p>
            <a:pPr marL="17780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2C2C2C"/>
                </a:solidFill>
                <a:effectLst/>
                <a:uLnTx/>
                <a:uFillTx/>
                <a:latin typeface="Arimo" panose="020B0604020202020204"/>
                <a:ea typeface="+mn-ea"/>
                <a:cs typeface="+mn-cs"/>
              </a:rPr>
              <a:t>1. Highest family orientation </a:t>
            </a:r>
            <a:r>
              <a:rPr kumimoji="0" lang="en-US" sz="1800" b="0" i="0" u="none" strike="noStrike" kern="0" cap="none" spc="0" normalizeH="0" baseline="0" noProof="0">
                <a:ln>
                  <a:noFill/>
                </a:ln>
                <a:solidFill>
                  <a:srgbClr val="2C2C2C"/>
                </a:solidFill>
                <a:effectLst/>
                <a:uLnTx/>
                <a:uFillTx/>
                <a:latin typeface="Arimo" panose="020B0604020202020204"/>
                <a:ea typeface="+mn-ea"/>
                <a:cs typeface="+mn-cs"/>
                <a:sym typeface="Wingdings" panose="05000000000000000000" pitchFamily="2" charset="2"/>
              </a:rPr>
              <a:t> 0.40 </a:t>
            </a:r>
            <a:r>
              <a:rPr kumimoji="0" lang="en-US" sz="1800" b="0" i="0" u="none" strike="noStrike" kern="0" cap="none" spc="0" normalizeH="0" baseline="0" noProof="0" err="1">
                <a:ln>
                  <a:noFill/>
                </a:ln>
                <a:solidFill>
                  <a:srgbClr val="2C2C2C"/>
                </a:solidFill>
                <a:effectLst/>
                <a:uLnTx/>
                <a:uFillTx/>
                <a:latin typeface="Arimo" panose="020B0604020202020204"/>
                <a:ea typeface="+mn-ea"/>
                <a:cs typeface="+mn-cs"/>
                <a:sym typeface="Wingdings" panose="05000000000000000000" pitchFamily="2" charset="2"/>
              </a:rPr>
              <a:t>srch_children_count</a:t>
            </a:r>
            <a:endParaRPr kumimoji="0" lang="en-US" sz="1800" b="0" i="0" u="none" strike="noStrike" kern="0" cap="none" spc="0" normalizeH="0" baseline="0" noProof="0">
              <a:ln>
                <a:noFill/>
              </a:ln>
              <a:solidFill>
                <a:srgbClr val="2C2C2C"/>
              </a:solidFill>
              <a:effectLst/>
              <a:uLnTx/>
              <a:uFillTx/>
              <a:latin typeface="Arimo" panose="020B0604020202020204"/>
              <a:ea typeface="+mn-ea"/>
              <a:cs typeface="+mn-cs"/>
            </a:endParaRPr>
          </a:p>
          <a:p>
            <a:pPr marL="1778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C2C2C"/>
              </a:solidFill>
              <a:effectLst/>
              <a:uLnTx/>
              <a:uFillTx/>
              <a:latin typeface="Arimo" panose="020B0604020202020204"/>
              <a:ea typeface="+mn-ea"/>
              <a:cs typeface="+mn-cs"/>
            </a:endParaRPr>
          </a:p>
          <a:p>
            <a:pPr marL="17780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2C2C2C"/>
                </a:solidFill>
                <a:effectLst/>
                <a:uLnTx/>
                <a:uFillTx/>
                <a:latin typeface="Arimo" panose="020B0604020202020204"/>
                <a:ea typeface="+mn-ea"/>
                <a:cs typeface="+mn-cs"/>
              </a:rPr>
              <a:t>2. Highest multi-room bookings </a:t>
            </a:r>
          </a:p>
          <a:p>
            <a:pPr marL="17780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2C2C2C"/>
                </a:solidFill>
                <a:effectLst/>
                <a:uLnTx/>
                <a:uFillTx/>
                <a:latin typeface="Arimo" panose="020B0604020202020204"/>
                <a:ea typeface="+mn-ea"/>
                <a:cs typeface="+mn-cs"/>
                <a:sym typeface="Wingdings" panose="05000000000000000000" pitchFamily="2" charset="2"/>
              </a:rPr>
              <a:t> 0.21 </a:t>
            </a:r>
            <a:r>
              <a:rPr kumimoji="0" lang="en-US" sz="1800" b="0" i="0" u="none" strike="noStrike" kern="0" cap="none" spc="0" normalizeH="0" baseline="0" noProof="0" err="1">
                <a:ln>
                  <a:noFill/>
                </a:ln>
                <a:solidFill>
                  <a:srgbClr val="2C2C2C"/>
                </a:solidFill>
                <a:effectLst/>
                <a:uLnTx/>
                <a:uFillTx/>
                <a:latin typeface="Arimo" panose="020B0604020202020204"/>
                <a:ea typeface="+mn-ea"/>
                <a:cs typeface="+mn-cs"/>
                <a:sym typeface="Wingdings" panose="05000000000000000000" pitchFamily="2" charset="2"/>
              </a:rPr>
              <a:t>srch_room_count</a:t>
            </a:r>
            <a:endParaRPr kumimoji="0" lang="en-US" sz="1800" b="0" i="0" u="none" strike="noStrike" kern="0" cap="none" spc="0" normalizeH="0" baseline="0" noProof="0">
              <a:ln>
                <a:noFill/>
              </a:ln>
              <a:solidFill>
                <a:srgbClr val="2C2C2C"/>
              </a:solidFill>
              <a:effectLst/>
              <a:uLnTx/>
              <a:uFillTx/>
              <a:latin typeface="Arimo" panose="020B0604020202020204"/>
              <a:ea typeface="+mn-ea"/>
              <a:cs typeface="+mn-cs"/>
            </a:endParaRPr>
          </a:p>
          <a:p>
            <a:pPr marL="1778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C2C2C"/>
              </a:solidFill>
              <a:effectLst/>
              <a:uLnTx/>
              <a:uFillTx/>
              <a:latin typeface="Arimo" panose="020B0604020202020204"/>
              <a:ea typeface="+mn-ea"/>
              <a:cs typeface="+mn-cs"/>
            </a:endParaRPr>
          </a:p>
          <a:p>
            <a:pPr marL="17780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2C2C2C"/>
                </a:solidFill>
                <a:effectLst/>
                <a:uLnTx/>
                <a:uFillTx/>
                <a:latin typeface="Arimo" panose="020B0604020202020204"/>
                <a:ea typeface="+mn-ea"/>
                <a:cs typeface="+mn-cs"/>
              </a:rPr>
              <a:t>3. Prefer shorter trips </a:t>
            </a:r>
            <a:r>
              <a:rPr kumimoji="0" lang="en-US" sz="1800" b="0" i="0" u="none" strike="noStrike" kern="0" cap="none" spc="0" normalizeH="0" baseline="0" noProof="0">
                <a:ln>
                  <a:noFill/>
                </a:ln>
                <a:solidFill>
                  <a:srgbClr val="2C2C2C"/>
                </a:solidFill>
                <a:effectLst/>
                <a:uLnTx/>
                <a:uFillTx/>
                <a:latin typeface="Arimo" panose="020B0604020202020204"/>
                <a:ea typeface="+mn-ea"/>
                <a:cs typeface="+mn-cs"/>
                <a:sym typeface="Wingdings" panose="05000000000000000000" pitchFamily="2" charset="2"/>
              </a:rPr>
              <a:t> 0.08 </a:t>
            </a:r>
            <a:r>
              <a:rPr kumimoji="0" lang="en-US" sz="1800" b="0" i="0" u="none" strike="noStrike" kern="0" cap="none" spc="0" normalizeH="0" baseline="0" noProof="0" err="1">
                <a:ln>
                  <a:noFill/>
                </a:ln>
                <a:solidFill>
                  <a:srgbClr val="2C2C2C"/>
                </a:solidFill>
                <a:effectLst/>
                <a:uLnTx/>
                <a:uFillTx/>
                <a:latin typeface="Arimo" panose="020B0604020202020204"/>
                <a:ea typeface="+mn-ea"/>
                <a:cs typeface="+mn-cs"/>
                <a:sym typeface="Wingdings" panose="05000000000000000000" pitchFamily="2" charset="2"/>
              </a:rPr>
              <a:t>srch_saturday_night_bool</a:t>
            </a:r>
            <a:endParaRPr kumimoji="0" lang="en-US" sz="1800" b="0" i="0" u="none" strike="noStrike" kern="0" cap="none" spc="0" normalizeH="0" baseline="0" noProof="0">
              <a:ln>
                <a:noFill/>
              </a:ln>
              <a:solidFill>
                <a:srgbClr val="2C2C2C"/>
              </a:solidFill>
              <a:effectLst/>
              <a:uLnTx/>
              <a:uFillTx/>
              <a:latin typeface="Arimo" panose="020B0604020202020204"/>
              <a:ea typeface="+mn-ea"/>
              <a:cs typeface="+mn-cs"/>
            </a:endParaRPr>
          </a:p>
        </p:txBody>
      </p:sp>
      <p:sp>
        <p:nvSpPr>
          <p:cNvPr id="12" name="TextBox 11">
            <a:extLst>
              <a:ext uri="{FF2B5EF4-FFF2-40B4-BE49-F238E27FC236}">
                <a16:creationId xmlns:a16="http://schemas.microsoft.com/office/drawing/2014/main" id="{345E7D0B-F674-2221-BC6F-F53F74A1E597}"/>
              </a:ext>
            </a:extLst>
          </p:cNvPr>
          <p:cNvSpPr txBox="1"/>
          <p:nvPr/>
        </p:nvSpPr>
        <p:spPr>
          <a:xfrm>
            <a:off x="5150333" y="1843085"/>
            <a:ext cx="6090700" cy="1182503"/>
          </a:xfrm>
          <a:prstGeom prst="rect">
            <a:avLst/>
          </a:prstGeom>
          <a:noFill/>
          <a:ln>
            <a:solidFill>
              <a:schemeClr val="tx1"/>
            </a:solidFill>
          </a:ln>
        </p:spPr>
        <p:txBody>
          <a:bodyPr wrap="square" lIns="91440" tIns="45720" rIns="91440" bIns="45720" anchor="t">
            <a:spAutoFit/>
          </a:bodyPr>
          <a:lstStyle/>
          <a:p>
            <a:pPr>
              <a:lnSpc>
                <a:spcPts val="1651"/>
              </a:lnSpc>
            </a:pPr>
            <a:r>
              <a:rPr lang="en-US" sz="1500">
                <a:latin typeface="Arimo" panose="020B0604020202020204"/>
                <a:ea typeface="Segoe UI"/>
                <a:cs typeface="Segoe UI"/>
              </a:rPr>
              <a:t>𝑏𝑜𝑜𝑘 = −0.68 + (−0.35*𝑝𝑟𝑖𝑐𝑒_ 𝑢𝑠𝑑) + (−0.18*𝑠𝑟𝑐ℎ_ 𝑙𝑒𝑛𝑔𝑡ℎ_ 𝑜𝑓_ 𝑠𝑡𝑎𝑦) + </a:t>
            </a:r>
          </a:p>
          <a:p>
            <a:pPr>
              <a:lnSpc>
                <a:spcPts val="1651"/>
              </a:lnSpc>
            </a:pPr>
            <a:r>
              <a:rPr lang="en-US" sz="1500">
                <a:latin typeface="Arimo" panose="020B0604020202020204"/>
                <a:ea typeface="Segoe UI"/>
                <a:cs typeface="Segoe UI"/>
              </a:rPr>
              <a:t>              (0.004*𝑠𝑟𝑐ℎ_ 𝑎𝑑𝑢𝑙𝑡𝑠_ 𝑐𝑜𝑢𝑛𝑡) + (0.40*𝑠𝑟𝑐ℎ_ 𝑐ℎ𝑖𝑙𝑑𝑟𝑒𝑛_ 𝑐𝑜𝑢𝑛𝑡) + </a:t>
            </a:r>
          </a:p>
          <a:p>
            <a:pPr>
              <a:lnSpc>
                <a:spcPts val="1651"/>
              </a:lnSpc>
            </a:pPr>
            <a:r>
              <a:rPr lang="en-US" sz="1500">
                <a:latin typeface="Arimo" panose="020B0604020202020204"/>
                <a:ea typeface="Segoe UI"/>
                <a:cs typeface="Segoe UI"/>
              </a:rPr>
              <a:t>              (0.21*𝑠𝑟𝑐ℎ_ 𝑟𝑜𝑜𝑚_ 𝑐𝑜𝑢𝑛𝑡) + (0.02*𝑜𝑟𝑖𝑔_𝑑𝑒𝑠𝑡𝑖𝑛𝑎𝑡𝑖𝑜𝑛_ 𝑑𝑖𝑠𝑡𝑎𝑛𝑐𝑒) </a:t>
            </a:r>
          </a:p>
          <a:p>
            <a:pPr>
              <a:lnSpc>
                <a:spcPts val="1651"/>
              </a:lnSpc>
            </a:pPr>
            <a:r>
              <a:rPr lang="en-US" sz="1500">
                <a:latin typeface="Arimo" panose="020B0604020202020204"/>
                <a:ea typeface="Segoe UI"/>
                <a:cs typeface="Segoe UI"/>
              </a:rPr>
              <a:t>              + (0.24*𝑝𝑟𝑜𝑝_ 𝑠𝑡𝑎𝑟𝑟𝑎𝑡𝑖𝑛𝑔) + (0.18*𝑝𝑟𝑜𝑝_ 𝑟𝑒𝑣𝑖𝑒𝑤_ 𝑠𝑐𝑜𝑟𝑒) + </a:t>
            </a:r>
          </a:p>
          <a:p>
            <a:pPr>
              <a:lnSpc>
                <a:spcPts val="1651"/>
              </a:lnSpc>
            </a:pPr>
            <a:r>
              <a:rPr lang="en-US" sz="1500">
                <a:latin typeface="Arimo" panose="020B0604020202020204"/>
                <a:ea typeface="Segoe UI"/>
                <a:cs typeface="Segoe UI"/>
              </a:rPr>
              <a:t>              (0.37*𝑝𝑟𝑜𝑚𝑜𝑡𝑖𝑜𝑛_ 𝑓𝑙𝑎𝑔) + (0.08*𝑠𝑟𝑐ℎ _ 𝑠𝑎𝑡𝑢𝑟𝑑𝑎𝑦_ 𝑛𝑖𝑔ℎ𝑡_ 𝑏𝑜𝑜𝑙) </a:t>
            </a:r>
          </a:p>
        </p:txBody>
      </p:sp>
      <p:pic>
        <p:nvPicPr>
          <p:cNvPr id="2" name="Picture 1">
            <a:extLst>
              <a:ext uri="{FF2B5EF4-FFF2-40B4-BE49-F238E27FC236}">
                <a16:creationId xmlns:a16="http://schemas.microsoft.com/office/drawing/2014/main" id="{C9817417-060A-0D33-6B0D-828B6C3C81A9}"/>
              </a:ext>
            </a:extLst>
          </p:cNvPr>
          <p:cNvPicPr>
            <a:picLocks noChangeAspect="1"/>
          </p:cNvPicPr>
          <p:nvPr/>
        </p:nvPicPr>
        <p:blipFill>
          <a:blip r:embed="rId3"/>
          <a:stretch>
            <a:fillRect/>
          </a:stretch>
        </p:blipFill>
        <p:spPr>
          <a:xfrm>
            <a:off x="5150333" y="3083454"/>
            <a:ext cx="6111189" cy="3438268"/>
          </a:xfrm>
          <a:prstGeom prst="rect">
            <a:avLst/>
          </a:prstGeom>
        </p:spPr>
      </p:pic>
    </p:spTree>
    <p:extLst>
      <p:ext uri="{BB962C8B-B14F-4D97-AF65-F5344CB8AC3E}">
        <p14:creationId xmlns:p14="http://schemas.microsoft.com/office/powerpoint/2010/main" val="34952348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C66EE-CF91-902B-85E0-CDBEB42778B0}"/>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D33A4704-BAA6-CC3F-F2B1-6D791908A4E8}"/>
              </a:ext>
            </a:extLst>
          </p:cNvPr>
          <p:cNvSpPr>
            <a:spLocks noGrp="1"/>
          </p:cNvSpPr>
          <p:nvPr>
            <p:ph type="title"/>
          </p:nvPr>
        </p:nvSpPr>
        <p:spPr>
          <a:xfrm>
            <a:off x="950967" y="593367"/>
            <a:ext cx="10290400" cy="763600"/>
          </a:xfrm>
        </p:spPr>
        <p:txBody>
          <a:bodyPr/>
          <a:lstStyle/>
          <a:p>
            <a:r>
              <a:rPr lang="en" sz="4700" b="1">
                <a:latin typeface="Avenir Next LT Pro"/>
              </a:rPr>
              <a:t>Targeting Strategies</a:t>
            </a:r>
            <a:endParaRPr lang="en-US"/>
          </a:p>
        </p:txBody>
      </p:sp>
      <p:graphicFrame>
        <p:nvGraphicFramePr>
          <p:cNvPr id="7" name="Table 6">
            <a:extLst>
              <a:ext uri="{FF2B5EF4-FFF2-40B4-BE49-F238E27FC236}">
                <a16:creationId xmlns:a16="http://schemas.microsoft.com/office/drawing/2014/main" id="{0B1B6F5C-34A4-55B2-CCC6-2CF908468A9A}"/>
              </a:ext>
            </a:extLst>
          </p:cNvPr>
          <p:cNvGraphicFramePr>
            <a:graphicFrameLocks noGrp="1"/>
          </p:cNvGraphicFramePr>
          <p:nvPr>
            <p:extLst>
              <p:ext uri="{D42A27DB-BD31-4B8C-83A1-F6EECF244321}">
                <p14:modId xmlns:p14="http://schemas.microsoft.com/office/powerpoint/2010/main" val="1117904484"/>
              </p:ext>
            </p:extLst>
          </p:nvPr>
        </p:nvGraphicFramePr>
        <p:xfrm>
          <a:off x="951299" y="2497665"/>
          <a:ext cx="10290064" cy="2178474"/>
        </p:xfrm>
        <a:graphic>
          <a:graphicData uri="http://schemas.openxmlformats.org/drawingml/2006/table">
            <a:tbl>
              <a:tblPr firstRow="1" bandRow="1">
                <a:tableStyleId>{93296810-A885-4BE3-A3E7-6D5BEEA58F35}</a:tableStyleId>
              </a:tblPr>
              <a:tblGrid>
                <a:gridCol w="2572516">
                  <a:extLst>
                    <a:ext uri="{9D8B030D-6E8A-4147-A177-3AD203B41FA5}">
                      <a16:colId xmlns:a16="http://schemas.microsoft.com/office/drawing/2014/main" val="1460299054"/>
                    </a:ext>
                  </a:extLst>
                </a:gridCol>
                <a:gridCol w="2626894">
                  <a:extLst>
                    <a:ext uri="{9D8B030D-6E8A-4147-A177-3AD203B41FA5}">
                      <a16:colId xmlns:a16="http://schemas.microsoft.com/office/drawing/2014/main" val="3753719064"/>
                    </a:ext>
                  </a:extLst>
                </a:gridCol>
                <a:gridCol w="2518138">
                  <a:extLst>
                    <a:ext uri="{9D8B030D-6E8A-4147-A177-3AD203B41FA5}">
                      <a16:colId xmlns:a16="http://schemas.microsoft.com/office/drawing/2014/main" val="3969757370"/>
                    </a:ext>
                  </a:extLst>
                </a:gridCol>
                <a:gridCol w="2572516">
                  <a:extLst>
                    <a:ext uri="{9D8B030D-6E8A-4147-A177-3AD203B41FA5}">
                      <a16:colId xmlns:a16="http://schemas.microsoft.com/office/drawing/2014/main" val="1429672028"/>
                    </a:ext>
                  </a:extLst>
                </a:gridCol>
              </a:tblGrid>
              <a:tr h="662517">
                <a:tc>
                  <a:txBody>
                    <a:bodyPr/>
                    <a:lstStyle/>
                    <a:p>
                      <a:pPr algn="ctr"/>
                      <a:r>
                        <a:rPr lang="en-US" sz="2000">
                          <a:solidFill>
                            <a:schemeClr val="tx1"/>
                          </a:solidFill>
                          <a:latin typeface="Arimo" panose="020B0604020202020204"/>
                        </a:rPr>
                        <a:t>Segment 1</a:t>
                      </a:r>
                    </a:p>
                    <a:p>
                      <a:pPr algn="ctr"/>
                      <a:r>
                        <a:rPr lang="en-US" sz="1500">
                          <a:solidFill>
                            <a:schemeClr val="tx1"/>
                          </a:solidFill>
                          <a:latin typeface="Arimo" panose="020B0604020202020204"/>
                        </a:rPr>
                        <a:t>Solo Nearby Travelers</a:t>
                      </a:r>
                    </a:p>
                  </a:txBody>
                  <a:tcPr>
                    <a:solidFill>
                      <a:schemeClr val="bg2"/>
                    </a:solidFill>
                  </a:tcPr>
                </a:tc>
                <a:tc>
                  <a:txBody>
                    <a:bodyPr/>
                    <a:lstStyle/>
                    <a:p>
                      <a:pPr marL="0" marR="0" lvl="0" indent="0" algn="ctr">
                        <a:lnSpc>
                          <a:spcPct val="100000"/>
                        </a:lnSpc>
                        <a:spcBef>
                          <a:spcPts val="0"/>
                        </a:spcBef>
                        <a:spcAft>
                          <a:spcPts val="0"/>
                        </a:spcAft>
                        <a:buNone/>
                      </a:pPr>
                      <a:r>
                        <a:rPr lang="en-US" sz="2000" b="1" i="0" u="none" strike="noStrike" noProof="0">
                          <a:solidFill>
                            <a:srgbClr val="2C2C2C"/>
                          </a:solidFill>
                          <a:latin typeface="Arimo"/>
                        </a:rPr>
                        <a:t>Segment 2</a:t>
                      </a:r>
                      <a:endParaRPr lang="en-US" sz="2000" b="1" i="0" u="none" strike="noStrike" noProof="0">
                        <a:solidFill>
                          <a:srgbClr val="88DBD3"/>
                        </a:solidFill>
                        <a:latin typeface="Arimo"/>
                      </a:endParaRPr>
                    </a:p>
                    <a:p>
                      <a:pPr marL="0" marR="0" lvl="0" indent="0" algn="ctr">
                        <a:lnSpc>
                          <a:spcPct val="100000"/>
                        </a:lnSpc>
                        <a:spcBef>
                          <a:spcPts val="0"/>
                        </a:spcBef>
                        <a:spcAft>
                          <a:spcPts val="0"/>
                        </a:spcAft>
                        <a:buNone/>
                      </a:pPr>
                      <a:r>
                        <a:rPr lang="en-US" sz="1500" b="1" i="0" u="none" strike="noStrike" noProof="0">
                          <a:solidFill>
                            <a:srgbClr val="2C2C2C"/>
                          </a:solidFill>
                          <a:latin typeface="Arimo"/>
                        </a:rPr>
                        <a:t>Price-Sensitive Budget Travelers</a:t>
                      </a:r>
                      <a:endParaRPr lang="en-US">
                        <a:latin typeface="Arimo"/>
                      </a:endParaRPr>
                    </a:p>
                  </a:txBody>
                  <a:tcP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chemeClr val="tx1"/>
                          </a:solidFill>
                          <a:effectLst/>
                          <a:uLnTx/>
                          <a:uFillTx/>
                          <a:latin typeface="Arimo"/>
                          <a:sym typeface="Arial"/>
                        </a:rPr>
                        <a:t>Segment </a:t>
                      </a:r>
                      <a:r>
                        <a:rPr lang="en-US" sz="2000" b="1" i="0" u="none" strike="noStrike" kern="0" cap="none" spc="0" normalizeH="0" baseline="0" noProof="0">
                          <a:ln>
                            <a:noFill/>
                          </a:ln>
                          <a:solidFill>
                            <a:schemeClr val="tx1"/>
                          </a:solidFill>
                          <a:effectLst/>
                          <a:uLnTx/>
                          <a:uFillTx/>
                          <a:latin typeface="Arimo"/>
                        </a:rPr>
                        <a:t>3</a:t>
                      </a:r>
                    </a:p>
                    <a:p>
                      <a:pPr lvl="0" algn="ctr">
                        <a:spcBef>
                          <a:spcPts val="0"/>
                        </a:spcBef>
                        <a:spcAft>
                          <a:spcPts val="0"/>
                        </a:spcAft>
                        <a:buSzTx/>
                        <a:buFont typeface="Arial"/>
                        <a:buNone/>
                      </a:pPr>
                      <a:r>
                        <a:rPr lang="en-US" sz="1500" b="1" i="0" u="none" strike="noStrike" kern="0" cap="none" spc="0" normalizeH="0" baseline="0" noProof="0">
                          <a:ln>
                            <a:noFill/>
                          </a:ln>
                          <a:solidFill>
                            <a:schemeClr val="tx1"/>
                          </a:solidFill>
                          <a:effectLst/>
                          <a:uLnTx/>
                          <a:uFillTx/>
                          <a:latin typeface="Arimo"/>
                        </a:rPr>
                        <a:t>Adult-Only Promotion and Quality Seeking </a:t>
                      </a:r>
                      <a:r>
                        <a:rPr kumimoji="0" lang="en-US" sz="1500" b="1" i="0" u="none" strike="noStrike" kern="0" cap="none" spc="0" normalizeH="0" baseline="0" noProof="0">
                          <a:ln>
                            <a:noFill/>
                          </a:ln>
                          <a:solidFill>
                            <a:schemeClr val="tx1"/>
                          </a:solidFill>
                          <a:effectLst/>
                          <a:uLnTx/>
                          <a:uFillTx/>
                          <a:latin typeface="Arimo"/>
                          <a:sym typeface="Arial"/>
                        </a:rPr>
                        <a:t>Travelers</a:t>
                      </a:r>
                      <a:endParaRPr kumimoji="0" lang="en-US">
                        <a:solidFill>
                          <a:schemeClr val="tx1"/>
                        </a:solidFill>
                        <a:latin typeface="Arimo"/>
                        <a:sym typeface="Arial"/>
                      </a:endParaRPr>
                    </a:p>
                  </a:txBody>
                  <a:tcP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2C2C2C"/>
                          </a:solidFill>
                          <a:effectLst/>
                          <a:uLnTx/>
                          <a:uFillTx/>
                          <a:latin typeface="Arimo" panose="020B0604020202020204"/>
                          <a:ea typeface="+mn-ea"/>
                          <a:cs typeface="+mn-cs"/>
                          <a:sym typeface="Arial"/>
                        </a:rPr>
                        <a:t>Segment </a:t>
                      </a:r>
                      <a:r>
                        <a:rPr lang="en-US" sz="2000" b="1" i="0" u="none" strike="noStrike" kern="0" cap="none" spc="0" normalizeH="0" baseline="0" noProof="0">
                          <a:ln>
                            <a:noFill/>
                          </a:ln>
                          <a:solidFill>
                            <a:srgbClr val="2C2C2C"/>
                          </a:solidFill>
                          <a:effectLst/>
                          <a:uLnTx/>
                          <a:uFillTx/>
                          <a:latin typeface="Arimo" panose="020B0604020202020204"/>
                          <a:ea typeface="+mn-ea"/>
                          <a:cs typeface="+mn-cs"/>
                        </a:rPr>
                        <a:t>4</a:t>
                      </a:r>
                      <a:endParaRPr kumimoji="0" lang="en-US" sz="2000" b="1" i="0" u="none" strike="noStrike" kern="0" cap="none" spc="0" normalizeH="0" baseline="0" noProof="0">
                        <a:ln>
                          <a:noFill/>
                        </a:ln>
                        <a:solidFill>
                          <a:srgbClr val="2C2C2C"/>
                        </a:solidFill>
                        <a:effectLst/>
                        <a:uLnTx/>
                        <a:uFillTx/>
                        <a:latin typeface="Arimo" panose="020B0604020202020204"/>
                        <a:ea typeface="+mn-ea"/>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500" b="1" i="0" u="none" strike="noStrike" kern="0" cap="none" spc="0" normalizeH="0" baseline="0" noProof="0">
                          <a:ln>
                            <a:noFill/>
                          </a:ln>
                          <a:solidFill>
                            <a:srgbClr val="2C2C2C"/>
                          </a:solidFill>
                          <a:effectLst/>
                          <a:uLnTx/>
                          <a:uFillTx/>
                          <a:latin typeface="Arimo" panose="020B0604020202020204"/>
                          <a:ea typeface="+mn-ea"/>
                          <a:cs typeface="Arial"/>
                          <a:sym typeface="Arial"/>
                        </a:rPr>
                        <a:t>Large Group/Family Travelers</a:t>
                      </a:r>
                      <a:endParaRPr kumimoji="0" lang="en-US" sz="1500" b="1" i="0" u="none" strike="noStrike" kern="0" cap="none" spc="0" normalizeH="0" baseline="0" noProof="0">
                        <a:ln>
                          <a:noFill/>
                        </a:ln>
                        <a:solidFill>
                          <a:srgbClr val="2C2C2C"/>
                        </a:solidFill>
                        <a:effectLst/>
                        <a:uLnTx/>
                        <a:uFillTx/>
                        <a:latin typeface="Arimo" panose="020B0604020202020204"/>
                        <a:ea typeface="+mn-ea"/>
                        <a:cs typeface="+mn-cs"/>
                        <a:sym typeface="Arial"/>
                      </a:endParaRPr>
                    </a:p>
                  </a:txBody>
                  <a:tcPr>
                    <a:solidFill>
                      <a:schemeClr val="bg2"/>
                    </a:solidFill>
                  </a:tcPr>
                </a:tc>
                <a:extLst>
                  <a:ext uri="{0D108BD9-81ED-4DB2-BD59-A6C34878D82A}">
                    <a16:rowId xmlns:a16="http://schemas.microsoft.com/office/drawing/2014/main" val="1219329533"/>
                  </a:ext>
                </a:extLst>
              </a:tr>
              <a:tr h="662517">
                <a:tc>
                  <a:txBody>
                    <a:bodyPr/>
                    <a:lstStyle/>
                    <a:p>
                      <a:r>
                        <a:rPr lang="en-US" sz="1800">
                          <a:latin typeface="Arimo"/>
                        </a:rPr>
                        <a:t>Local Hotels </a:t>
                      </a:r>
                    </a:p>
                  </a:txBody>
                  <a:tcPr/>
                </a:tc>
                <a:tc>
                  <a:txBody>
                    <a:bodyPr/>
                    <a:lstStyle/>
                    <a:p>
                      <a:pPr lvl="0">
                        <a:buNone/>
                      </a:pPr>
                      <a:r>
                        <a:rPr lang="en-US" sz="1800" b="0" i="0" u="none" strike="noStrike" noProof="0">
                          <a:solidFill>
                            <a:srgbClr val="2C2C2C"/>
                          </a:solidFill>
                          <a:latin typeface="Arimo"/>
                        </a:rPr>
                        <a:t>Affordable Hotels</a:t>
                      </a:r>
                      <a:endParaRPr lang="en-US">
                        <a:latin typeface="Arimo"/>
                      </a:endParaRPr>
                    </a:p>
                  </a:txBody>
                  <a:tcPr/>
                </a:tc>
                <a:tc>
                  <a:txBody>
                    <a:bodyPr/>
                    <a:lstStyle/>
                    <a:p>
                      <a:r>
                        <a:rPr lang="en-US" sz="1800" b="0" i="0" u="none" strike="noStrike" noProof="0">
                          <a:solidFill>
                            <a:srgbClr val="2C2C2C"/>
                          </a:solidFill>
                          <a:latin typeface="Arimo"/>
                        </a:rPr>
                        <a:t>Luxury Hotels </a:t>
                      </a:r>
                      <a:endParaRPr lang="en-US" sz="1800">
                        <a:latin typeface="Arimo" panose="020B0604020202020204"/>
                      </a:endParaRPr>
                    </a:p>
                  </a:txBody>
                  <a:tcPr/>
                </a:tc>
                <a:tc>
                  <a:txBody>
                    <a:bodyPr/>
                    <a:lstStyle/>
                    <a:p>
                      <a:r>
                        <a:rPr lang="en-US" sz="1800">
                          <a:latin typeface="Arimo" panose="020B0604020202020204"/>
                        </a:rPr>
                        <a:t>Family Friendly Hotels</a:t>
                      </a:r>
                    </a:p>
                  </a:txBody>
                  <a:tcPr/>
                </a:tc>
                <a:extLst>
                  <a:ext uri="{0D108BD9-81ED-4DB2-BD59-A6C34878D82A}">
                    <a16:rowId xmlns:a16="http://schemas.microsoft.com/office/drawing/2014/main" val="522707515"/>
                  </a:ext>
                </a:extLst>
              </a:tr>
              <a:tr h="662517">
                <a:tc>
                  <a:txBody>
                    <a:bodyPr/>
                    <a:lstStyle/>
                    <a:p>
                      <a:r>
                        <a:rPr lang="en-US" sz="1800">
                          <a:latin typeface="Arimo"/>
                        </a:rPr>
                        <a:t>Solo Travel Opportunities</a:t>
                      </a:r>
                    </a:p>
                  </a:txBody>
                  <a:tcPr/>
                </a:tc>
                <a:tc>
                  <a:txBody>
                    <a:bodyPr/>
                    <a:lstStyle/>
                    <a:p>
                      <a:pPr lvl="0">
                        <a:buNone/>
                      </a:pPr>
                      <a:r>
                        <a:rPr lang="en-US" sz="1800" b="0" i="0" u="none" strike="noStrike" noProof="0">
                          <a:solidFill>
                            <a:srgbClr val="2C2C2C"/>
                          </a:solidFill>
                          <a:latin typeface="Arimo"/>
                        </a:rPr>
                        <a:t>Budget Friendly Deals</a:t>
                      </a:r>
                      <a:endParaRPr lang="en-US">
                        <a:latin typeface="Arimo"/>
                      </a:endParaRPr>
                    </a:p>
                  </a:txBody>
                  <a:tcPr/>
                </a:tc>
                <a:tc>
                  <a:txBody>
                    <a:bodyPr/>
                    <a:lstStyle/>
                    <a:p>
                      <a:r>
                        <a:rPr lang="en-US" sz="1800" b="0" i="0" u="none" strike="noStrike" noProof="0">
                          <a:solidFill>
                            <a:srgbClr val="2C2C2C"/>
                          </a:solidFill>
                          <a:latin typeface="Arimo"/>
                        </a:rPr>
                        <a:t>Adult-Centric Experiences</a:t>
                      </a:r>
                      <a:endParaRPr lang="en-US" sz="1800">
                        <a:latin typeface="Arimo" panose="020B0604020202020204"/>
                      </a:endParaRPr>
                    </a:p>
                  </a:txBody>
                  <a:tcPr/>
                </a:tc>
                <a:tc>
                  <a:txBody>
                    <a:bodyPr/>
                    <a:lstStyle/>
                    <a:p>
                      <a:r>
                        <a:rPr lang="en-US" sz="1800">
                          <a:latin typeface="Arimo" panose="020B0604020202020204"/>
                        </a:rPr>
                        <a:t>Group Activity Packages</a:t>
                      </a:r>
                    </a:p>
                  </a:txBody>
                  <a:tcPr/>
                </a:tc>
                <a:extLst>
                  <a:ext uri="{0D108BD9-81ED-4DB2-BD59-A6C34878D82A}">
                    <a16:rowId xmlns:a16="http://schemas.microsoft.com/office/drawing/2014/main" val="1455630036"/>
                  </a:ext>
                </a:extLst>
              </a:tr>
            </a:tbl>
          </a:graphicData>
        </a:graphic>
      </p:graphicFrame>
    </p:spTree>
    <p:extLst>
      <p:ext uri="{BB962C8B-B14F-4D97-AF65-F5344CB8AC3E}">
        <p14:creationId xmlns:p14="http://schemas.microsoft.com/office/powerpoint/2010/main" val="29180858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DD11B-D281-87E3-3D3F-71EDC03F818B}"/>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C682C9B-FEB1-0FCF-4E41-E4041006327F}"/>
              </a:ext>
            </a:extLst>
          </p:cNvPr>
          <p:cNvSpPr>
            <a:spLocks noGrp="1"/>
          </p:cNvSpPr>
          <p:nvPr>
            <p:ph type="title"/>
          </p:nvPr>
        </p:nvSpPr>
        <p:spPr>
          <a:xfrm>
            <a:off x="950967" y="593367"/>
            <a:ext cx="10290400" cy="763600"/>
          </a:xfrm>
        </p:spPr>
        <p:txBody>
          <a:bodyPr/>
          <a:lstStyle/>
          <a:p>
            <a:r>
              <a:rPr lang="en" sz="4700" b="1">
                <a:latin typeface="Avenir Next LT Pro"/>
              </a:rPr>
              <a:t>Implications</a:t>
            </a:r>
            <a:endParaRPr lang="en-US"/>
          </a:p>
        </p:txBody>
      </p:sp>
      <p:graphicFrame>
        <p:nvGraphicFramePr>
          <p:cNvPr id="4" name="Table 3">
            <a:extLst>
              <a:ext uri="{FF2B5EF4-FFF2-40B4-BE49-F238E27FC236}">
                <a16:creationId xmlns:a16="http://schemas.microsoft.com/office/drawing/2014/main" id="{8EB1E3CA-0A0C-8151-1937-3587B3E17084}"/>
              </a:ext>
            </a:extLst>
          </p:cNvPr>
          <p:cNvGraphicFramePr>
            <a:graphicFrameLocks noGrp="1"/>
          </p:cNvGraphicFramePr>
          <p:nvPr>
            <p:extLst>
              <p:ext uri="{D42A27DB-BD31-4B8C-83A1-F6EECF244321}">
                <p14:modId xmlns:p14="http://schemas.microsoft.com/office/powerpoint/2010/main" val="1384267520"/>
              </p:ext>
            </p:extLst>
          </p:nvPr>
        </p:nvGraphicFramePr>
        <p:xfrm>
          <a:off x="950967" y="2032186"/>
          <a:ext cx="4241235" cy="3377250"/>
        </p:xfrm>
        <a:graphic>
          <a:graphicData uri="http://schemas.openxmlformats.org/drawingml/2006/table">
            <a:tbl>
              <a:tblPr firstRow="1" bandRow="1">
                <a:tableStyleId>{93296810-A885-4BE3-A3E7-6D5BEEA58F35}</a:tableStyleId>
              </a:tblPr>
              <a:tblGrid>
                <a:gridCol w="4241235">
                  <a:extLst>
                    <a:ext uri="{9D8B030D-6E8A-4147-A177-3AD203B41FA5}">
                      <a16:colId xmlns:a16="http://schemas.microsoft.com/office/drawing/2014/main" val="1460299054"/>
                    </a:ext>
                  </a:extLst>
                </a:gridCol>
              </a:tblGrid>
              <a:tr h="816930">
                <a:tc>
                  <a:txBody>
                    <a:bodyPr/>
                    <a:lstStyle/>
                    <a:p>
                      <a:pPr algn="ctr"/>
                      <a:r>
                        <a:rPr lang="en-US" sz="2000">
                          <a:solidFill>
                            <a:schemeClr val="tx1"/>
                          </a:solidFill>
                          <a:latin typeface="Arimo" panose="020B0604020202020204"/>
                        </a:rPr>
                        <a:t>Implement </a:t>
                      </a:r>
                    </a:p>
                    <a:p>
                      <a:pPr algn="ctr"/>
                      <a:r>
                        <a:rPr lang="en-US" sz="2000">
                          <a:solidFill>
                            <a:schemeClr val="tx1"/>
                          </a:solidFill>
                          <a:latin typeface="Arimo" panose="020B0604020202020204"/>
                        </a:rPr>
                        <a:t>Individualized Booking Opportunities</a:t>
                      </a:r>
                      <a:endParaRPr lang="en-US" sz="1500">
                        <a:solidFill>
                          <a:schemeClr val="tx1"/>
                        </a:solidFill>
                        <a:latin typeface="Arimo" panose="020B0604020202020204"/>
                      </a:endParaRPr>
                    </a:p>
                  </a:txBody>
                  <a:tcPr>
                    <a:solidFill>
                      <a:schemeClr val="bg2"/>
                    </a:solidFill>
                  </a:tcPr>
                </a:tc>
                <a:extLst>
                  <a:ext uri="{0D108BD9-81ED-4DB2-BD59-A6C34878D82A}">
                    <a16:rowId xmlns:a16="http://schemas.microsoft.com/office/drawing/2014/main" val="1219329533"/>
                  </a:ext>
                </a:extLst>
              </a:tr>
              <a:tr h="0">
                <a:tc>
                  <a:txBody>
                    <a:bodyPr/>
                    <a:lstStyle/>
                    <a:p>
                      <a:r>
                        <a:rPr lang="en-US" sz="1800">
                          <a:latin typeface="Arimo"/>
                        </a:rPr>
                        <a:t>Increase platform engagement and trip-planning amongst independent travelers </a:t>
                      </a:r>
                    </a:p>
                  </a:txBody>
                  <a:tcPr/>
                </a:tc>
                <a:extLst>
                  <a:ext uri="{0D108BD9-81ED-4DB2-BD59-A6C34878D82A}">
                    <a16:rowId xmlns:a16="http://schemas.microsoft.com/office/drawing/2014/main" val="522707515"/>
                  </a:ext>
                </a:extLst>
              </a:tr>
              <a:tr h="225594">
                <a:tc>
                  <a:txBody>
                    <a:bodyPr/>
                    <a:lstStyle/>
                    <a:p>
                      <a:pPr lvl="0">
                        <a:buNone/>
                      </a:pPr>
                      <a:r>
                        <a:rPr lang="en-US" sz="1800" b="0" i="0" u="none" strike="noStrike" kern="0" noProof="0">
                          <a:solidFill>
                            <a:schemeClr val="tx1"/>
                          </a:solidFill>
                          <a:latin typeface="Arimo"/>
                        </a:rPr>
                        <a:t>Interest and retention should increase amongst the value-focused customers</a:t>
                      </a:r>
                      <a:endParaRPr lang="en-US">
                        <a:latin typeface="Arimo"/>
                      </a:endParaRPr>
                    </a:p>
                  </a:txBody>
                  <a:tcPr/>
                </a:tc>
                <a:extLst>
                  <a:ext uri="{0D108BD9-81ED-4DB2-BD59-A6C34878D82A}">
                    <a16:rowId xmlns:a16="http://schemas.microsoft.com/office/drawing/2014/main" val="1455630036"/>
                  </a:ext>
                </a:extLst>
              </a:tr>
              <a:tr h="0">
                <a:tc>
                  <a:txBody>
                    <a:bodyPr/>
                    <a:lstStyle/>
                    <a:p>
                      <a:pPr lvl="0" algn="l">
                        <a:lnSpc>
                          <a:spcPct val="100000"/>
                        </a:lnSpc>
                        <a:spcBef>
                          <a:spcPts val="0"/>
                        </a:spcBef>
                        <a:spcAft>
                          <a:spcPts val="0"/>
                        </a:spcAft>
                        <a:buNone/>
                      </a:pPr>
                      <a:r>
                        <a:rPr lang="en-US" sz="1800" b="0" i="0" u="none" strike="noStrike" kern="0" noProof="0">
                          <a:solidFill>
                            <a:schemeClr val="tx1"/>
                          </a:solidFill>
                          <a:latin typeface="Arimo"/>
                        </a:rPr>
                        <a:t>Increase average order values amongst luxury-leaning audience</a:t>
                      </a:r>
                      <a:endParaRPr lang="en-US">
                        <a:latin typeface="Arimo"/>
                      </a:endParaRPr>
                    </a:p>
                  </a:txBody>
                  <a:tcPr/>
                </a:tc>
                <a:extLst>
                  <a:ext uri="{0D108BD9-81ED-4DB2-BD59-A6C34878D82A}">
                    <a16:rowId xmlns:a16="http://schemas.microsoft.com/office/drawing/2014/main" val="1322569828"/>
                  </a:ext>
                </a:extLst>
              </a:tr>
              <a:tr h="252166">
                <a:tc>
                  <a:txBody>
                    <a:bodyPr/>
                    <a:lstStyle/>
                    <a:p>
                      <a:r>
                        <a:rPr lang="en-US" sz="1800">
                          <a:latin typeface="Arimo" panose="020B0604020202020204"/>
                        </a:rPr>
                        <a:t>Expect an increase in cross selling profits</a:t>
                      </a:r>
                    </a:p>
                    <a:p>
                      <a:endParaRPr lang="en-US" sz="1800">
                        <a:latin typeface="Arimo" panose="020B0604020202020204"/>
                      </a:endParaRPr>
                    </a:p>
                  </a:txBody>
                  <a:tcPr/>
                </a:tc>
                <a:extLst>
                  <a:ext uri="{0D108BD9-81ED-4DB2-BD59-A6C34878D82A}">
                    <a16:rowId xmlns:a16="http://schemas.microsoft.com/office/drawing/2014/main" val="1813261789"/>
                  </a:ext>
                </a:extLst>
              </a:tr>
            </a:tbl>
          </a:graphicData>
        </a:graphic>
      </p:graphicFrame>
      <p:graphicFrame>
        <p:nvGraphicFramePr>
          <p:cNvPr id="5" name="Table 4">
            <a:extLst>
              <a:ext uri="{FF2B5EF4-FFF2-40B4-BE49-F238E27FC236}">
                <a16:creationId xmlns:a16="http://schemas.microsoft.com/office/drawing/2014/main" id="{B0CE43D1-C820-C701-EC09-FF5EC47E6D63}"/>
              </a:ext>
            </a:extLst>
          </p:cNvPr>
          <p:cNvGraphicFramePr>
            <a:graphicFrameLocks noGrp="1"/>
          </p:cNvGraphicFramePr>
          <p:nvPr>
            <p:extLst>
              <p:ext uri="{D42A27DB-BD31-4B8C-83A1-F6EECF244321}">
                <p14:modId xmlns:p14="http://schemas.microsoft.com/office/powerpoint/2010/main" val="2891381980"/>
              </p:ext>
            </p:extLst>
          </p:nvPr>
        </p:nvGraphicFramePr>
        <p:xfrm>
          <a:off x="6999798" y="2032186"/>
          <a:ext cx="4241235" cy="3365784"/>
        </p:xfrm>
        <a:graphic>
          <a:graphicData uri="http://schemas.openxmlformats.org/drawingml/2006/table">
            <a:tbl>
              <a:tblPr firstRow="1" bandRow="1">
                <a:tableStyleId>{93296810-A885-4BE3-A3E7-6D5BEEA58F35}</a:tableStyleId>
              </a:tblPr>
              <a:tblGrid>
                <a:gridCol w="4241235">
                  <a:extLst>
                    <a:ext uri="{9D8B030D-6E8A-4147-A177-3AD203B41FA5}">
                      <a16:colId xmlns:a16="http://schemas.microsoft.com/office/drawing/2014/main" val="1460299054"/>
                    </a:ext>
                  </a:extLst>
                </a:gridCol>
              </a:tblGrid>
              <a:tr h="805464">
                <a:tc>
                  <a:txBody>
                    <a:bodyPr/>
                    <a:lstStyle/>
                    <a:p>
                      <a:pPr algn="ctr"/>
                      <a:r>
                        <a:rPr lang="en-US" sz="2000">
                          <a:solidFill>
                            <a:schemeClr val="tx1"/>
                          </a:solidFill>
                          <a:latin typeface="Arimo" panose="020B0604020202020204"/>
                        </a:rPr>
                        <a:t>Advertise</a:t>
                      </a:r>
                    </a:p>
                    <a:p>
                      <a:pPr algn="ctr"/>
                      <a:r>
                        <a:rPr lang="en-US" sz="2000">
                          <a:solidFill>
                            <a:schemeClr val="tx1"/>
                          </a:solidFill>
                          <a:latin typeface="Arimo" panose="020B0604020202020204"/>
                        </a:rPr>
                        <a:t>Personalized Hotel Listings</a:t>
                      </a:r>
                    </a:p>
                  </a:txBody>
                  <a:tcPr>
                    <a:solidFill>
                      <a:schemeClr val="bg2"/>
                    </a:solidFill>
                  </a:tcPr>
                </a:tc>
                <a:extLst>
                  <a:ext uri="{0D108BD9-81ED-4DB2-BD59-A6C34878D82A}">
                    <a16:rowId xmlns:a16="http://schemas.microsoft.com/office/drawing/2014/main" val="1219329533"/>
                  </a:ext>
                </a:extLst>
              </a:tr>
              <a:tr h="384489">
                <a:tc>
                  <a:txBody>
                    <a:bodyPr/>
                    <a:lstStyle/>
                    <a:p>
                      <a:pPr lvl="0">
                        <a:buNone/>
                      </a:pPr>
                      <a:r>
                        <a:rPr lang="en-US" sz="1800">
                          <a:latin typeface="Arimo"/>
                        </a:rPr>
                        <a:t>Build stronger relationships with local hotel brands</a:t>
                      </a:r>
                    </a:p>
                  </a:txBody>
                  <a:tcPr/>
                </a:tc>
                <a:extLst>
                  <a:ext uri="{0D108BD9-81ED-4DB2-BD59-A6C34878D82A}">
                    <a16:rowId xmlns:a16="http://schemas.microsoft.com/office/drawing/2014/main" val="522707515"/>
                  </a:ext>
                </a:extLst>
              </a:tr>
              <a:tr h="0">
                <a:tc>
                  <a:txBody>
                    <a:bodyPr/>
                    <a:lstStyle/>
                    <a:p>
                      <a:pPr lvl="0">
                        <a:buNone/>
                      </a:pPr>
                      <a:r>
                        <a:rPr lang="en-US" sz="1800" b="0" i="0" u="none" strike="noStrike" noProof="0">
                          <a:solidFill>
                            <a:schemeClr val="tx1"/>
                          </a:solidFill>
                          <a:latin typeface="Arimo"/>
                        </a:rPr>
                        <a:t>Increase sales for less frequently booked hotels</a:t>
                      </a:r>
                      <a:endParaRPr lang="en-US">
                        <a:latin typeface="Arimo"/>
                      </a:endParaRPr>
                    </a:p>
                  </a:txBody>
                  <a:tcPr/>
                </a:tc>
                <a:extLst>
                  <a:ext uri="{0D108BD9-81ED-4DB2-BD59-A6C34878D82A}">
                    <a16:rowId xmlns:a16="http://schemas.microsoft.com/office/drawing/2014/main" val="1455630036"/>
                  </a:ext>
                </a:extLst>
              </a:tr>
              <a:tr h="0">
                <a:tc>
                  <a:txBody>
                    <a:bodyPr/>
                    <a:lstStyle/>
                    <a:p>
                      <a:pPr lvl="0">
                        <a:buNone/>
                      </a:pPr>
                      <a:r>
                        <a:rPr lang="en-US" sz="1800" b="0" i="0" u="none" strike="noStrike" kern="0" noProof="0">
                          <a:solidFill>
                            <a:srgbClr val="2C2C2C"/>
                          </a:solidFill>
                          <a:latin typeface="Arimo"/>
                        </a:rPr>
                        <a:t>Higher conversion rate for expensive and highly profitable hotels</a:t>
                      </a:r>
                      <a:endParaRPr lang="en-US">
                        <a:latin typeface="Arimo"/>
                      </a:endParaRPr>
                    </a:p>
                  </a:txBody>
                  <a:tcPr/>
                </a:tc>
                <a:extLst>
                  <a:ext uri="{0D108BD9-81ED-4DB2-BD59-A6C34878D82A}">
                    <a16:rowId xmlns:a16="http://schemas.microsoft.com/office/drawing/2014/main" val="1322569828"/>
                  </a:ext>
                </a:extLst>
              </a:tr>
              <a:tr h="0">
                <a:tc>
                  <a:txBody>
                    <a:bodyPr/>
                    <a:lstStyle/>
                    <a:p>
                      <a:r>
                        <a:rPr lang="en-US" sz="1800" b="0" i="0" u="none" strike="noStrike" kern="0" noProof="0">
                          <a:solidFill>
                            <a:schemeClr val="tx1"/>
                          </a:solidFill>
                          <a:latin typeface="Arimo" panose="020B0604020202020204"/>
                        </a:rPr>
                        <a:t>Increase multi-room sales and family-friendly bookings</a:t>
                      </a:r>
                      <a:endParaRPr lang="en-US" sz="1800">
                        <a:latin typeface="Arimo" panose="020B0604020202020204"/>
                      </a:endParaRPr>
                    </a:p>
                  </a:txBody>
                  <a:tcPr/>
                </a:tc>
                <a:extLst>
                  <a:ext uri="{0D108BD9-81ED-4DB2-BD59-A6C34878D82A}">
                    <a16:rowId xmlns:a16="http://schemas.microsoft.com/office/drawing/2014/main" val="1813261789"/>
                  </a:ext>
                </a:extLst>
              </a:tr>
            </a:tbl>
          </a:graphicData>
        </a:graphic>
      </p:graphicFrame>
      <p:sp>
        <p:nvSpPr>
          <p:cNvPr id="6" name="Oval 5">
            <a:extLst>
              <a:ext uri="{FF2B5EF4-FFF2-40B4-BE49-F238E27FC236}">
                <a16:creationId xmlns:a16="http://schemas.microsoft.com/office/drawing/2014/main" id="{383050D6-2AC7-A019-E67B-3C477039374E}"/>
              </a:ext>
            </a:extLst>
          </p:cNvPr>
          <p:cNvSpPr/>
          <p:nvPr/>
        </p:nvSpPr>
        <p:spPr>
          <a:xfrm>
            <a:off x="5210625" y="2961118"/>
            <a:ext cx="1758462" cy="46788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a:solidFill>
                  <a:schemeClr val="tx1"/>
                </a:solidFill>
                <a:latin typeface="Arimo" panose="020B0604020202020204"/>
              </a:rPr>
              <a:t>Segment 1</a:t>
            </a:r>
            <a:endParaRPr lang="en-US"/>
          </a:p>
        </p:txBody>
      </p:sp>
      <p:sp>
        <p:nvSpPr>
          <p:cNvPr id="8" name="Oval 7">
            <a:extLst>
              <a:ext uri="{FF2B5EF4-FFF2-40B4-BE49-F238E27FC236}">
                <a16:creationId xmlns:a16="http://schemas.microsoft.com/office/drawing/2014/main" id="{2C86C541-A310-353A-9D48-9B6861D626BC}"/>
              </a:ext>
            </a:extLst>
          </p:cNvPr>
          <p:cNvSpPr/>
          <p:nvPr/>
        </p:nvSpPr>
        <p:spPr>
          <a:xfrm>
            <a:off x="5222910" y="3583651"/>
            <a:ext cx="1758462" cy="46788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a:solidFill>
                  <a:schemeClr val="tx1"/>
                </a:solidFill>
                <a:latin typeface="Arimo" panose="020B0604020202020204"/>
              </a:rPr>
              <a:t>Segment 2</a:t>
            </a:r>
            <a:endParaRPr lang="en-US"/>
          </a:p>
        </p:txBody>
      </p:sp>
      <p:sp>
        <p:nvSpPr>
          <p:cNvPr id="9" name="Oval 8">
            <a:extLst>
              <a:ext uri="{FF2B5EF4-FFF2-40B4-BE49-F238E27FC236}">
                <a16:creationId xmlns:a16="http://schemas.microsoft.com/office/drawing/2014/main" id="{A9284F34-C1C5-AD13-F994-D7CC5AF3E628}"/>
              </a:ext>
            </a:extLst>
          </p:cNvPr>
          <p:cNvSpPr/>
          <p:nvPr/>
        </p:nvSpPr>
        <p:spPr>
          <a:xfrm>
            <a:off x="5210625" y="4206184"/>
            <a:ext cx="1758462" cy="4678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a:solidFill>
                  <a:schemeClr val="tx1"/>
                </a:solidFill>
                <a:latin typeface="Arimo" panose="020B0604020202020204"/>
              </a:rPr>
              <a:t>Segment 3</a:t>
            </a:r>
            <a:endParaRPr lang="en-US"/>
          </a:p>
        </p:txBody>
      </p:sp>
      <p:sp>
        <p:nvSpPr>
          <p:cNvPr id="10" name="Oval 9">
            <a:extLst>
              <a:ext uri="{FF2B5EF4-FFF2-40B4-BE49-F238E27FC236}">
                <a16:creationId xmlns:a16="http://schemas.microsoft.com/office/drawing/2014/main" id="{C65639A7-6060-C165-D867-3946788021D8}"/>
              </a:ext>
            </a:extLst>
          </p:cNvPr>
          <p:cNvSpPr/>
          <p:nvPr/>
        </p:nvSpPr>
        <p:spPr>
          <a:xfrm>
            <a:off x="5210625" y="4828718"/>
            <a:ext cx="1758462" cy="4678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a:solidFill>
                  <a:schemeClr val="tx1"/>
                </a:solidFill>
                <a:latin typeface="Arimo" panose="020B0604020202020204"/>
              </a:rPr>
              <a:t>Segment 4</a:t>
            </a:r>
            <a:endParaRPr lang="en-US"/>
          </a:p>
        </p:txBody>
      </p:sp>
    </p:spTree>
    <p:extLst>
      <p:ext uri="{BB962C8B-B14F-4D97-AF65-F5344CB8AC3E}">
        <p14:creationId xmlns:p14="http://schemas.microsoft.com/office/powerpoint/2010/main" val="3216303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A95BBF-0067-16A2-702C-72638BD89ACA}"/>
              </a:ext>
            </a:extLst>
          </p:cNvPr>
          <p:cNvSpPr txBox="1"/>
          <p:nvPr/>
        </p:nvSpPr>
        <p:spPr>
          <a:xfrm>
            <a:off x="3360821" y="1905506"/>
            <a:ext cx="5470358" cy="3046988"/>
          </a:xfrm>
          <a:prstGeom prst="rect">
            <a:avLst/>
          </a:prstGeom>
          <a:noFill/>
        </p:spPr>
        <p:txBody>
          <a:bodyPr wrap="square" rtlCol="0">
            <a:spAutoFit/>
          </a:bodyPr>
          <a:lstStyle/>
          <a:p>
            <a:pPr algn="ctr"/>
            <a:r>
              <a:rPr lang="en-US" sz="9600" b="1">
                <a:solidFill>
                  <a:schemeClr val="accent2"/>
                </a:solidFill>
                <a:latin typeface="Avenir Next LT Pro" panose="020B0504020202020204" pitchFamily="34" charset="0"/>
              </a:rPr>
              <a:t>Thank You</a:t>
            </a:r>
          </a:p>
        </p:txBody>
      </p:sp>
    </p:spTree>
    <p:extLst>
      <p:ext uri="{BB962C8B-B14F-4D97-AF65-F5344CB8AC3E}">
        <p14:creationId xmlns:p14="http://schemas.microsoft.com/office/powerpoint/2010/main" val="996729132"/>
      </p:ext>
    </p:extLst>
  </p:cSld>
  <p:clrMapOvr>
    <a:masterClrMapping/>
  </p:clrMapOvr>
</p:sld>
</file>

<file path=ppt/theme/theme1.xml><?xml version="1.0" encoding="utf-8"?>
<a:theme xmlns:a="http://schemas.openxmlformats.org/drawingml/2006/main" name="My Travel Planner by Slidesgo">
  <a:themeElements>
    <a:clrScheme name="Simple Light">
      <a:dk1>
        <a:srgbClr val="2C2C2C"/>
      </a:dk1>
      <a:lt1>
        <a:srgbClr val="88DBD3"/>
      </a:lt1>
      <a:dk2>
        <a:srgbClr val="FFF7EE"/>
      </a:dk2>
      <a:lt2>
        <a:srgbClr val="FFFFFF"/>
      </a:lt2>
      <a:accent1>
        <a:srgbClr val="62BCA0"/>
      </a:accent1>
      <a:accent2>
        <a:srgbClr val="2E7C64"/>
      </a:accent2>
      <a:accent3>
        <a:srgbClr val="FD5B44"/>
      </a:accent3>
      <a:accent4>
        <a:srgbClr val="FCCF00"/>
      </a:accent4>
      <a:accent5>
        <a:srgbClr val="404D5F"/>
      </a:accent5>
      <a:accent6>
        <a:srgbClr val="EAE8DF"/>
      </a:accent6>
      <a:hlink>
        <a:srgbClr val="2C2C2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12</Slides>
  <Notes>12</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My Travel Planner by Slidesgo</vt:lpstr>
      <vt:lpstr>Identifying Customer Patterns Influencing Hotel Bookings  on  Project Presentation By Elevate Travel Consulting  Group 7B: Tyler Camelot, Ziqi Huang, Yu-Fang Huang,      Ilnaz Bagheri, Lasya Reddy Kotha</vt:lpstr>
      <vt:lpstr>Problem Statement</vt:lpstr>
      <vt:lpstr>Data Overview</vt:lpstr>
      <vt:lpstr>PowerPoint Presentation</vt:lpstr>
      <vt:lpstr>PowerPoint Presentation</vt:lpstr>
      <vt:lpstr>Segment 1 Results/Insights</vt:lpstr>
      <vt:lpstr>Segment 2 Results/Insights</vt:lpstr>
      <vt:lpstr>Segment 3 Results/Insights</vt:lpstr>
      <vt:lpstr>Segment 4 Results/Insights</vt:lpstr>
      <vt:lpstr>Targeting Strategies</vt:lpstr>
      <vt:lpstr>Implications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2025-10-08T17:58:26Z</dcterms:created>
  <dcterms:modified xsi:type="dcterms:W3CDTF">2025-11-23T18:51:15Z</dcterms:modified>
</cp:coreProperties>
</file>